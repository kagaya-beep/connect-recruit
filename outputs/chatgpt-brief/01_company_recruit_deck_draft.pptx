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bf08b8a4644add" /><Relationship Type="http://schemas.openxmlformats.org/officeDocument/2006/relationships/extended-properties" Target="/docProps/app.xml" Id="Rd235ddd0a7d64296" /><Relationship Type="http://schemas.openxmlformats.org/officeDocument/2006/relationships/officeDocument" Target="/ppt/presentation.xml" Id="R4594459647634c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db460952f74bc1"/>
  </p:sldMasterIdLst>
  <p:notesMasterIdLst>
    <p:notesMasterId xmlns:r="http://schemas.openxmlformats.org/officeDocument/2006/relationships" r:id="Rdeabc90ae43e483e"/>
  </p:notesMasterIdLst>
  <p:sldIdLst>
    <p:sldId xmlns:r="http://schemas.openxmlformats.org/officeDocument/2006/relationships" id="256" r:id="Re478d26f8be04ddb"/>
    <p:sldId xmlns:r="http://schemas.openxmlformats.org/officeDocument/2006/relationships" id="257" r:id="R5ad6e6ec145a46b2"/>
    <p:sldId xmlns:r="http://schemas.openxmlformats.org/officeDocument/2006/relationships" id="258" r:id="R207d11d1f0fa43c4"/>
    <p:sldId xmlns:r="http://schemas.openxmlformats.org/officeDocument/2006/relationships" id="259" r:id="R802ade5fb1f14fba"/>
    <p:sldId xmlns:r="http://schemas.openxmlformats.org/officeDocument/2006/relationships" id="260" r:id="Ra67123d7490b4600"/>
    <p:sldId xmlns:r="http://schemas.openxmlformats.org/officeDocument/2006/relationships" id="261" r:id="R5fd68715431c415e"/>
    <p:sldId xmlns:r="http://schemas.openxmlformats.org/officeDocument/2006/relationships" id="262" r:id="R477df7608dc74f96"/>
    <p:sldId xmlns:r="http://schemas.openxmlformats.org/officeDocument/2006/relationships" id="263" r:id="R0181b558454942ae"/>
    <p:sldId xmlns:r="http://schemas.openxmlformats.org/officeDocument/2006/relationships" id="264" r:id="Rdba7deab26a04c14"/>
    <p:sldId xmlns:r="http://schemas.openxmlformats.org/officeDocument/2006/relationships" id="265" r:id="Re88f059cf15b414b"/>
    <p:sldId xmlns:r="http://schemas.openxmlformats.org/officeDocument/2006/relationships" id="266" r:id="R7cc8c135c894474b"/>
    <p:sldId xmlns:r="http://schemas.openxmlformats.org/officeDocument/2006/relationships" id="267" r:id="R9417b0672fdf4d4c"/>
    <p:sldId xmlns:r="http://schemas.openxmlformats.org/officeDocument/2006/relationships" id="268" r:id="R72790f9aa6b0420b"/>
    <p:sldId xmlns:r="http://schemas.openxmlformats.org/officeDocument/2006/relationships" id="269" r:id="R298191e4a7f64d78"/>
    <p:sldId xmlns:r="http://schemas.openxmlformats.org/officeDocument/2006/relationships" id="270" r:id="Rc2bfd484cef64367"/>
    <p:sldId xmlns:r="http://schemas.openxmlformats.org/officeDocument/2006/relationships" id="271" r:id="R40126b9a8856414f"/>
    <p:sldId xmlns:r="http://schemas.openxmlformats.org/officeDocument/2006/relationships" id="272" r:id="R69194f08872f4dd3"/>
    <p:sldId xmlns:r="http://schemas.openxmlformats.org/officeDocument/2006/relationships" id="273" r:id="Rcac8dac958974894"/>
    <p:sldId xmlns:r="http://schemas.openxmlformats.org/officeDocument/2006/relationships" id="274" r:id="R56bf5266f8e74008"/>
    <p:sldId xmlns:r="http://schemas.openxmlformats.org/officeDocument/2006/relationships" id="275" r:id="R35cf70c9a5a04513"/>
    <p:sldId xmlns:r="http://schemas.openxmlformats.org/officeDocument/2006/relationships" id="276" r:id="Re31f4371f3a04efe"/>
    <p:sldId xmlns:r="http://schemas.openxmlformats.org/officeDocument/2006/relationships" id="277" r:id="R9c82a2430a3145fa"/>
    <p:sldId xmlns:r="http://schemas.openxmlformats.org/officeDocument/2006/relationships" id="278" r:id="R08ae34dd57e940e5"/>
    <p:sldId xmlns:r="http://schemas.openxmlformats.org/officeDocument/2006/relationships" id="279" r:id="R59d248190de9477a"/>
    <p:sldId xmlns:r="http://schemas.openxmlformats.org/officeDocument/2006/relationships" id="280" r:id="R85ef3ef5718b4904"/>
    <p:sldId xmlns:r="http://schemas.openxmlformats.org/officeDocument/2006/relationships" id="281" r:id="R93bbcc4ffa65432e"/>
    <p:sldId xmlns:r="http://schemas.openxmlformats.org/officeDocument/2006/relationships" id="282" r:id="R4a3ff9a2531a40c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db460952f74bc1" /><Relationship Type="http://schemas.openxmlformats.org/officeDocument/2006/relationships/theme" Target="/ppt/theme/theme1.xml" Id="R4c5dc455e9a7431b" /><Relationship Type="http://schemas.openxmlformats.org/officeDocument/2006/relationships/notesMaster" Target="/ppt/notesMasters/notesMaster1.xml" Id="Rdeabc90ae43e483e" /><Relationship Type="http://schemas.openxmlformats.org/officeDocument/2006/relationships/presProps" Target="/ppt/presProps.xml" Id="R5477cbe9f555419d" /><Relationship Type="http://schemas.openxmlformats.org/officeDocument/2006/relationships/viewProps" Target="/ppt/viewProps.xml" Id="R3f18f130c8dd4cfa" /><Relationship Type="http://schemas.openxmlformats.org/officeDocument/2006/relationships/tableStyles" Target="/ppt/tableStyles.xml" Id="R9cffb08c53b74c67" /><Relationship Type="http://schemas.openxmlformats.org/officeDocument/2006/relationships/slide" Target="/ppt/slides/slide1.xml" Id="Re478d26f8be04ddb" /><Relationship Type="http://schemas.openxmlformats.org/officeDocument/2006/relationships/slide" Target="/ppt/slides/slide2.xml" Id="R5ad6e6ec145a46b2" /><Relationship Type="http://schemas.openxmlformats.org/officeDocument/2006/relationships/slide" Target="/ppt/slides/slide3.xml" Id="R207d11d1f0fa43c4" /><Relationship Type="http://schemas.openxmlformats.org/officeDocument/2006/relationships/slide" Target="/ppt/slides/slide4.xml" Id="R802ade5fb1f14fba" /><Relationship Type="http://schemas.openxmlformats.org/officeDocument/2006/relationships/slide" Target="/ppt/slides/slide5.xml" Id="Ra67123d7490b4600" /><Relationship Type="http://schemas.openxmlformats.org/officeDocument/2006/relationships/slide" Target="/ppt/slides/slide6.xml" Id="R5fd68715431c415e" /><Relationship Type="http://schemas.openxmlformats.org/officeDocument/2006/relationships/slide" Target="/ppt/slides/slide7.xml" Id="R477df7608dc74f96" /><Relationship Type="http://schemas.openxmlformats.org/officeDocument/2006/relationships/slide" Target="/ppt/slides/slide8.xml" Id="R0181b558454942ae" /><Relationship Type="http://schemas.openxmlformats.org/officeDocument/2006/relationships/slide" Target="/ppt/slides/slide9.xml" Id="Rdba7deab26a04c14" /><Relationship Type="http://schemas.openxmlformats.org/officeDocument/2006/relationships/slide" Target="/ppt/slides/slide10.xml" Id="Re88f059cf15b414b" /><Relationship Type="http://schemas.openxmlformats.org/officeDocument/2006/relationships/slide" Target="/ppt/slides/slide11.xml" Id="R7cc8c135c894474b" /><Relationship Type="http://schemas.openxmlformats.org/officeDocument/2006/relationships/slide" Target="/ppt/slides/slide12.xml" Id="R9417b0672fdf4d4c" /><Relationship Type="http://schemas.openxmlformats.org/officeDocument/2006/relationships/slide" Target="/ppt/slides/slide13.xml" Id="R72790f9aa6b0420b" /><Relationship Type="http://schemas.openxmlformats.org/officeDocument/2006/relationships/slide" Target="/ppt/slides/slide14.xml" Id="R298191e4a7f64d78" /><Relationship Type="http://schemas.openxmlformats.org/officeDocument/2006/relationships/slide" Target="/ppt/slides/slide15.xml" Id="Rc2bfd484cef64367" /><Relationship Type="http://schemas.openxmlformats.org/officeDocument/2006/relationships/slide" Target="/ppt/slides/slide16.xml" Id="R40126b9a8856414f" /><Relationship Type="http://schemas.openxmlformats.org/officeDocument/2006/relationships/slide" Target="/ppt/slides/slide17.xml" Id="R69194f08872f4dd3" /><Relationship Type="http://schemas.openxmlformats.org/officeDocument/2006/relationships/slide" Target="/ppt/slides/slide18.xml" Id="Rcac8dac958974894" /><Relationship Type="http://schemas.openxmlformats.org/officeDocument/2006/relationships/slide" Target="/ppt/slides/slide19.xml" Id="R56bf5266f8e74008" /><Relationship Type="http://schemas.openxmlformats.org/officeDocument/2006/relationships/slide" Target="/ppt/slides/slide20.xml" Id="R35cf70c9a5a04513" /><Relationship Type="http://schemas.openxmlformats.org/officeDocument/2006/relationships/slide" Target="/ppt/slides/slide21.xml" Id="Re31f4371f3a04efe" /><Relationship Type="http://schemas.openxmlformats.org/officeDocument/2006/relationships/slide" Target="/ppt/slides/slide22.xml" Id="R9c82a2430a3145fa" /><Relationship Type="http://schemas.openxmlformats.org/officeDocument/2006/relationships/slide" Target="/ppt/slides/slide23.xml" Id="R08ae34dd57e940e5" /><Relationship Type="http://schemas.openxmlformats.org/officeDocument/2006/relationships/slide" Target="/ppt/slides/slide24.xml" Id="R59d248190de9477a" /><Relationship Type="http://schemas.openxmlformats.org/officeDocument/2006/relationships/slide" Target="/ppt/slides/slide25.xml" Id="R85ef3ef5718b4904" /><Relationship Type="http://schemas.openxmlformats.org/officeDocument/2006/relationships/slide" Target="/ppt/slides/slide26.xml" Id="R93bbcc4ffa65432e" /><Relationship Type="http://schemas.openxmlformats.org/officeDocument/2006/relationships/slide" Target="/ppt/slides/slide27.xml" Id="R4a3ff9a2531a40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3374195c92841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0bf52fd08240b2" /><Relationship Type="http://schemas.openxmlformats.org/officeDocument/2006/relationships/notesMaster" Target="/ppt/notesMasters/notesMaster1.xml" Id="R6e9644a8126944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8f6b92d9b44bd4" /><Relationship Type="http://schemas.openxmlformats.org/officeDocument/2006/relationships/notesMaster" Target="/ppt/notesMasters/notesMaster1.xml" Id="R8f84203b9d824e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9480f636084247" /><Relationship Type="http://schemas.openxmlformats.org/officeDocument/2006/relationships/notesMaster" Target="/ppt/notesMasters/notesMaster1.xml" Id="R67f6efdca4d84b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14305acf754986" /><Relationship Type="http://schemas.openxmlformats.org/officeDocument/2006/relationships/notesMaster" Target="/ppt/notesMasters/notesMaster1.xml" Id="R7a04504a26c44d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5d4bf2ad034f59" /><Relationship Type="http://schemas.openxmlformats.org/officeDocument/2006/relationships/notesMaster" Target="/ppt/notesMasters/notesMaster1.xml" Id="R277917d8aadd4b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0d0c8b4fec4677" /><Relationship Type="http://schemas.openxmlformats.org/officeDocument/2006/relationships/notesMaster" Target="/ppt/notesMasters/notesMaster1.xml" Id="R8a5405afc0b947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e60d07382046a3" /><Relationship Type="http://schemas.openxmlformats.org/officeDocument/2006/relationships/notesMaster" Target="/ppt/notesMasters/notesMaster1.xml" Id="Rfb97890322f64f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198836f3c342e3" /><Relationship Type="http://schemas.openxmlformats.org/officeDocument/2006/relationships/notesMaster" Target="/ppt/notesMasters/notesMaster1.xml" Id="Rb8f876226cc34b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c999f1cafe4b3d" /><Relationship Type="http://schemas.openxmlformats.org/officeDocument/2006/relationships/notesMaster" Target="/ppt/notesMasters/notesMaster1.xml" Id="R6f953f22b92941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dd153adea24249" /><Relationship Type="http://schemas.openxmlformats.org/officeDocument/2006/relationships/notesMaster" Target="/ppt/notesMasters/notesMaster1.xml" Id="R6b06561eed76453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0475cd383004552" /><Relationship Type="http://schemas.openxmlformats.org/officeDocument/2006/relationships/notesMaster" Target="/ppt/notesMasters/notesMaster1.xml" Id="R666ada6156ee4a8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81232f83bfa4b9a" /><Relationship Type="http://schemas.openxmlformats.org/officeDocument/2006/relationships/notesMaster" Target="/ppt/notesMasters/notesMaster1.xml" Id="R5742eb16895843b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306bebf8b9d43e3" /><Relationship Type="http://schemas.openxmlformats.org/officeDocument/2006/relationships/notesMaster" Target="/ppt/notesMasters/notesMaster1.xml" Id="Rc8fe4b400ad24a5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0e1542cd1a84f45" /><Relationship Type="http://schemas.openxmlformats.org/officeDocument/2006/relationships/notesMaster" Target="/ppt/notesMasters/notesMaster1.xml" Id="R139e8296df124d9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c3d084f4558433e" /><Relationship Type="http://schemas.openxmlformats.org/officeDocument/2006/relationships/notesMaster" Target="/ppt/notesMasters/notesMaster1.xml" Id="R2c1aa292a3554a3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d46d193d0a7413c" /><Relationship Type="http://schemas.openxmlformats.org/officeDocument/2006/relationships/notesMaster" Target="/ppt/notesMasters/notesMaster1.xml" Id="R3ce745fb848f4d0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702c4ea99514ee8" /><Relationship Type="http://schemas.openxmlformats.org/officeDocument/2006/relationships/notesMaster" Target="/ppt/notesMasters/notesMaster1.xml" Id="R81dc6cabac6649f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bd4f254863243b5" /><Relationship Type="http://schemas.openxmlformats.org/officeDocument/2006/relationships/notesMaster" Target="/ppt/notesMasters/notesMaster1.xml" Id="R969c73046cbf4be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5ff1cd97efd4545" /><Relationship Type="http://schemas.openxmlformats.org/officeDocument/2006/relationships/notesMaster" Target="/ppt/notesMasters/notesMaster1.xml" Id="Ra951b13fc3a64c3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fcc58bfbf9741a0" /><Relationship Type="http://schemas.openxmlformats.org/officeDocument/2006/relationships/notesMaster" Target="/ppt/notesMasters/notesMaster1.xml" Id="R6e7262453814484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04a8e232b54411a" /><Relationship Type="http://schemas.openxmlformats.org/officeDocument/2006/relationships/notesMaster" Target="/ppt/notesMasters/notesMaster1.xml" Id="R049da39268c8402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537107096b64489" /><Relationship Type="http://schemas.openxmlformats.org/officeDocument/2006/relationships/notesMaster" Target="/ppt/notesMasters/notesMaster1.xml" Id="R9a00eb764d8f48e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74b9a0db28f4dfa" /><Relationship Type="http://schemas.openxmlformats.org/officeDocument/2006/relationships/notesMaster" Target="/ppt/notesMasters/notesMaster1.xml" Id="R69fb0e524f614b2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4cdc7478fa24372" /><Relationship Type="http://schemas.openxmlformats.org/officeDocument/2006/relationships/notesMaster" Target="/ppt/notesMasters/notesMaster1.xml" Id="R7173524dfccd4a9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6aa34e98f8a4e63" /><Relationship Type="http://schemas.openxmlformats.org/officeDocument/2006/relationships/notesMaster" Target="/ppt/notesMasters/notesMaster1.xml" Id="Rc03054f95c0c47c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1ee3855c0b944e5" /><Relationship Type="http://schemas.openxmlformats.org/officeDocument/2006/relationships/notesMaster" Target="/ppt/notesMasters/notesMaster1.xml" Id="R4e0aac88864749f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18bd9a22d5643b5" /><Relationship Type="http://schemas.openxmlformats.org/officeDocument/2006/relationships/notesMaster" Target="/ppt/notesMasters/notesMaster1.xml" Id="R8553f269e69148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a0ce325acb479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5a2e4b4ae8c4290" /><Relationship Type="http://schemas.openxmlformats.org/officeDocument/2006/relationships/slideLayout" Target="/ppt/slideLayouts/slideLayout2.xml" Id="R9ad62ad31b7b45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d62ad31b7b45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76afa0fe2c4afa" /><Relationship Type="http://schemas.openxmlformats.org/officeDocument/2006/relationships/image" Target="/ppt/media/image.png" Id="R8aa74cc18d0f48f4" /><Relationship Type="http://schemas.openxmlformats.org/officeDocument/2006/relationships/notesSlide" Target="/ppt/notesSlides/notesSlide1.xml" Id="R9ad34870e50e4d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44e5c7d5da44a9" /><Relationship Type="http://schemas.openxmlformats.org/officeDocument/2006/relationships/notesSlide" Target="/ppt/notesSlides/notesSlide2.xml" Id="R4626006374e24e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96b5c4cf0c40a5" /><Relationship Type="http://schemas.openxmlformats.org/officeDocument/2006/relationships/notesSlide" Target="/ppt/notesSlides/notesSlide3.xml" Id="Re5e2e12ff5f649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01f255e2d5451c" /><Relationship Type="http://schemas.openxmlformats.org/officeDocument/2006/relationships/notesSlide" Target="/ppt/notesSlides/notesSlide4.xml" Id="R5c06aa2f04094e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bb381ab0d44dd9" /><Relationship Type="http://schemas.openxmlformats.org/officeDocument/2006/relationships/notesSlide" Target="/ppt/notesSlides/notesSlide5.xml" Id="R23b718c5ab4c4d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eb08c958444603" /><Relationship Type="http://schemas.openxmlformats.org/officeDocument/2006/relationships/notesSlide" Target="/ppt/notesSlides/notesSlide6.xml" Id="R98d8ebf94cf74a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81d7917c5f4f9b" /><Relationship Type="http://schemas.openxmlformats.org/officeDocument/2006/relationships/notesSlide" Target="/ppt/notesSlides/notesSlide7.xml" Id="R972a06386ef14e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731ed3c7f14b94" /><Relationship Type="http://schemas.openxmlformats.org/officeDocument/2006/relationships/notesSlide" Target="/ppt/notesSlides/notesSlide8.xml" Id="Ra7cc52400fb24e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fea776307d4b8c" /><Relationship Type="http://schemas.openxmlformats.org/officeDocument/2006/relationships/notesSlide" Target="/ppt/notesSlides/notesSlide9.xml" Id="R890dedb13e06439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f9f15b36b44402" /><Relationship Type="http://schemas.openxmlformats.org/officeDocument/2006/relationships/notesSlide" Target="/ppt/notesSlides/notesSlide10.xml" Id="Rd69d1e19f6604de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b5eb1e38ea4c8d" /><Relationship Type="http://schemas.openxmlformats.org/officeDocument/2006/relationships/image" Target="/ppt/media/image2.png" Id="Rd06e1c55e6714a1c" /><Relationship Type="http://schemas.openxmlformats.org/officeDocument/2006/relationships/notesSlide" Target="/ppt/notesSlides/notesSlide11.xml" Id="R748af235df2e47a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ea2e9feb704044" /><Relationship Type="http://schemas.openxmlformats.org/officeDocument/2006/relationships/notesSlide" Target="/ppt/notesSlides/notesSlide12.xml" Id="R404e55eaca8941a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297440cfde4a86" /><Relationship Type="http://schemas.openxmlformats.org/officeDocument/2006/relationships/image" Target="/ppt/media/image3.png" Id="R6aeb2b8ffaeb43c6" /><Relationship Type="http://schemas.openxmlformats.org/officeDocument/2006/relationships/notesSlide" Target="/ppt/notesSlides/notesSlide13.xml" Id="Rf25378a83c62489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a6c740ea12451e" /><Relationship Type="http://schemas.openxmlformats.org/officeDocument/2006/relationships/notesSlide" Target="/ppt/notesSlides/notesSlide14.xml" Id="Rd6bc4bfa633548f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fd73a1126e4ac0" /><Relationship Type="http://schemas.openxmlformats.org/officeDocument/2006/relationships/notesSlide" Target="/ppt/notesSlides/notesSlide15.xml" Id="Ra2d696a655224f2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77536c23d447ff" /><Relationship Type="http://schemas.openxmlformats.org/officeDocument/2006/relationships/notesSlide" Target="/ppt/notesSlides/notesSlide16.xml" Id="R3f29062a88be4b0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d946c542c84dd3" /><Relationship Type="http://schemas.openxmlformats.org/officeDocument/2006/relationships/notesSlide" Target="/ppt/notesSlides/notesSlide17.xml" Id="R4882a1fd3c554b7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2c1bd9599347b0" /><Relationship Type="http://schemas.openxmlformats.org/officeDocument/2006/relationships/notesSlide" Target="/ppt/notesSlides/notesSlide18.xml" Id="Ra260e08fa193404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c00338fe764e14" /><Relationship Type="http://schemas.openxmlformats.org/officeDocument/2006/relationships/notesSlide" Target="/ppt/notesSlides/notesSlide19.xml" Id="R13293cd7bc3e466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94e10adfd14b17" /><Relationship Type="http://schemas.openxmlformats.org/officeDocument/2006/relationships/notesSlide" Target="/ppt/notesSlides/notesSlide20.xml" Id="Rb97f0a25f3a74f5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4707a7910147c6" /><Relationship Type="http://schemas.openxmlformats.org/officeDocument/2006/relationships/notesSlide" Target="/ppt/notesSlides/notesSlide21.xml" Id="R422d240526ff410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cd01858eec4cac" /><Relationship Type="http://schemas.openxmlformats.org/officeDocument/2006/relationships/image" Target="/ppt/media/image4.png" Id="Ra85533396bf341e0" /><Relationship Type="http://schemas.openxmlformats.org/officeDocument/2006/relationships/notesSlide" Target="/ppt/notesSlides/notesSlide22.xml" Id="R2ee921c42707457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d67dddfcc647e6" /><Relationship Type="http://schemas.openxmlformats.org/officeDocument/2006/relationships/notesSlide" Target="/ppt/notesSlides/notesSlide23.xml" Id="R09006532ba08480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55092776ee4550" /><Relationship Type="http://schemas.openxmlformats.org/officeDocument/2006/relationships/notesSlide" Target="/ppt/notesSlides/notesSlide24.xml" Id="R46083c2a297d4e3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501ac52709473c" /><Relationship Type="http://schemas.openxmlformats.org/officeDocument/2006/relationships/notesSlide" Target="/ppt/notesSlides/notesSlide25.xml" Id="R32070780fe5743c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b3324b24944229" /><Relationship Type="http://schemas.openxmlformats.org/officeDocument/2006/relationships/image" Target="/ppt/media/image.jpeg" Id="Ra3e7d566b1ae48fe" /><Relationship Type="http://schemas.openxmlformats.org/officeDocument/2006/relationships/notesSlide" Target="/ppt/notesSlides/notesSlide26.xml" Id="R9b5f5c46558f4ce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9140de575c4f27" /><Relationship Type="http://schemas.openxmlformats.org/officeDocument/2006/relationships/image" Target="/ppt/media/image5.png" Id="R0d69644d8b8e439d" /><Relationship Type="http://schemas.openxmlformats.org/officeDocument/2006/relationships/notesSlide" Target="/ppt/notesSlides/notesSlide27.xml" Id="Rcf6d38fd538d4a4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a74cc18d0f48f4"/>
          <a:srcRect xmlns:a="http://schemas.openxmlformats.org/drawingml/2006/main" l="0" t="658" r="0" b="6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B2E89A-F58F-4C41-9D29-9DEA93E3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82C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D7085F-895C-430A-8992-D8A2F3F6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B8D5">
              <a:alpha val="1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7F3FDD-7F06-44E4-B91E-604D1E97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FEAF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BFEAF3"/>
                </a:solidFill>
                <a:latin typeface="Yu Gothic UI"/>
                <a:ea typeface="Yu Gothic UI"/>
                <a:cs typeface="Yu Gothic UI"/>
              </a:rPr>
              <a:t>株式会社コネクト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D43D12-6C49-4146-A02A-019A7DB5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7524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4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つながる人を増やし、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4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秋田の明日を支える。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06AD31-75B9-4378-80FE-F759365D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6191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AF1"/>
                </a:solidFill>
                <a:latin typeface="Yu Gothic UI"/>
                <a:ea typeface="Yu Gothic UI"/>
                <a:cs typeface="Yu Gothic UI"/>
              </a:defRPr>
            </a:pPr>
            <a:r>
              <a:rPr sz="1725" b="0">
                <a:solidFill>
                  <a:srgbClr val="D9EAF1"/>
                </a:solidFill>
                <a:latin typeface="Yu Gothic UI"/>
                <a:ea typeface="Yu Gothic UI"/>
                <a:cs typeface="Yu Gothic UI"/>
              </a:rPr>
              <a:t>通信とITで企業を支え、その先にいる人と地域の幸せへつなげていく。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0E52C3-8C5F-46C1-9EF8-3A75C7F2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790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F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76D616-0CA9-44CC-A2AF-8196C85D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9D6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9D6E1"/>
                </a:solidFill>
                <a:latin typeface="Aptos"/>
                <a:ea typeface="Aptos"/>
                <a:cs typeface="Aptos"/>
              </a:rPr>
              <a:t>会社紹介・採用資料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8A1A99-79D5-47AE-8598-3E69EA15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B9D6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9D6E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3926391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4E8575-0A59-4EBF-9E2B-F47AD0FC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13F23F-4596-4622-BFDB-89A55A34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36E759-7ED7-4901-8025-B7E1DA8D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914400"/>
            <a:ext cx="335280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FB6F86-5FC4-40AB-B12B-06FBC5DD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27CBF2-E084-4AC1-AD7B-D9979FC2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5AA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AAB"/>
                </a:solidFill>
                <a:latin typeface="Aptos"/>
                <a:ea typeface="Aptos"/>
                <a:cs typeface="Aptos"/>
              </a:rPr>
              <a:t>COMMON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33A99D-46B6-4EB0-B3EE-26C48C86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7429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企業の「当たり前に働ける環境」を支える。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6988D4-3FE2-495A-9427-DAB67229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62350"/>
            <a:ext cx="6572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rPr>
              <a:t>電話がつながる。インターネットが使える。Wi-Fiが安定している。困った時に、すぐ相談できる人がいる。私たちは、そんな企業の毎日を支える会社です。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07945A-E366-4D17-83FD-48E650F0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508E76-D85D-4EA9-A0B9-02E3AAA5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621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5AA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5AAB"/>
                </a:solidFill>
                <a:latin typeface="Yu Gothic UI"/>
                <a:ea typeface="Yu Gothic UI"/>
                <a:cs typeface="Yu Gothic UI"/>
              </a:rPr>
              <a:t>電話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252F8D-BD47-4B9E-8E29-BC082D56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5A456A-FEC6-43D7-8981-A723F990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621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5AA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5AAB"/>
                </a:solidFill>
                <a:latin typeface="Yu Gothic UI"/>
                <a:ea typeface="Yu Gothic UI"/>
                <a:cs typeface="Yu Gothic UI"/>
              </a:rPr>
              <a:t>インターネット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E283AE-3828-45E5-A955-D34E24AA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1940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9747FB-BFB9-49DF-94C0-FDB44FEE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98132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5AA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5AAB"/>
                </a:solidFill>
                <a:latin typeface="Yu Gothic UI"/>
                <a:ea typeface="Yu Gothic UI"/>
                <a:cs typeface="Yu Gothic UI"/>
              </a:rPr>
              <a:t>Wi-Fi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A02ED9-8B40-4276-B2CA-522537A8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1940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83A3C7-F4C8-4023-97EB-83666CB4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8132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5AA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5AAB"/>
                </a:solidFill>
                <a:latin typeface="Yu Gothic UI"/>
                <a:ea typeface="Yu Gothic UI"/>
                <a:cs typeface="Yu Gothic UI"/>
              </a:rPr>
              <a:t>相談対応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44CECD-D5EA-4EB3-9986-E581A809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私たちの仕事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AE48A5-A630-4196-90FB-8C8849CE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3863437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3DAE16-F9EA-40C2-82DD-33295E60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FD833E-8D12-4582-B3F2-314915E9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9357DC-398E-4505-AAD7-227EF943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914400"/>
            <a:ext cx="335280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788822-29CF-4D0F-9F68-48BFD71D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522C63-379F-4DA0-B5FE-92B5B5BE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5AA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AAB"/>
                </a:solidFill>
                <a:latin typeface="Aptos"/>
                <a:ea typeface="Aptos"/>
                <a:cs typeface="Aptos"/>
              </a:rPr>
              <a:t>COMMON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8EDCC6-BDA5-4B83-8BA7-6D46EE8F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7429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地域社会の発展は、</a:t>
            </a:r>
          </a:p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地域企業の発展から。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101F8D-1807-4FE8-A289-0CE67ADB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62350"/>
            <a:ext cx="6572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rPr>
              <a:t>私たちは、携わる企業の社員と同様の立場で、通信環境を支える会社です。ただ設備を整えるだけではなく、お客様の仕事が止まらないように、同じ目線で課題に向き合います。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1D47CC-CFE5-4C15-B780-5B7A72CB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621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BE4EEC-ADD0-4205-9C15-3111851C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EF4B02-C1D8-4E1D-A51B-D774BE22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813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BD68EA-C917-4A98-8E97-42805579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会社の根っこにある考え方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59CEB2-B264-4695-9155-E21DDBC5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2823824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6617E2-44E1-46D6-B663-D380AB46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C54B37-3AF2-4E29-92D7-7F25BDF2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411CE1-8BF4-462B-8807-C8BD34E4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5AA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AAB"/>
                </a:solidFill>
                <a:latin typeface="Aptos"/>
                <a:ea typeface="Aptos"/>
                <a:cs typeface="Aptos"/>
              </a:rPr>
              <a:t>COMMON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1EDE19-C12A-4646-BD2B-8741398A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8AF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8AFC8"/>
                </a:solidFill>
                <a:latin typeface="Aptos"/>
                <a:ea typeface="Aptos"/>
                <a:cs typeface="Aptos"/>
              </a:rPr>
              <a:t>Management Philosophy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7933A3-C279-43BE-9934-3745AF22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8477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3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縁を尊び、誠実にかかわり合い、</a:t>
            </a:r>
          </a:p>
          <a:p xmlns:a="http://schemas.openxmlformats.org/drawingml/2006/main">
            <a:pPr algn="l">
              <a:defRPr sz="33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3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互いの幸せを願い合う。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46B1AA-51AF-47E6-B7C6-5DC461F1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576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F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706C90-961D-4224-85CC-509C6870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8096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A4C5F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0">
                <a:solidFill>
                  <a:srgbClr val="3A4C5F"/>
                </a:solidFill>
                <a:latin typeface="Yu Gothic UI"/>
                <a:ea typeface="Yu Gothic UI"/>
                <a:cs typeface="Yu Gothic UI"/>
              </a:rPr>
              <a:t>お客様、地域、仲間。かかわるすべての人との縁を大切にしながら、通信とITを通じて安心を届けていく。それが、コネクトの変わらない姿勢です。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3030B4-2A12-4779-9BFB-B3F60519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066800"/>
            <a:ext cx="9144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BFFD0D-2B6D-46FC-AFDB-BF2971FB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066800"/>
            <a:ext cx="3238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F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6182B4-9102-4C7D-A86B-F0EDE3CE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経営理念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D49308-D9B5-4617-83A2-243678EB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2625211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51D69D-3970-40C2-AFDD-8DE94134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B30142-2F85-4DB4-A2EC-35D623E1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401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7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DC537-336B-4AEA-9AB3-C2B45219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066800"/>
            <a:ext cx="19621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FC8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C0A43-1210-4E95-BC94-3A42533C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14750"/>
            <a:ext cx="13144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AB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5CB910-2EBE-4921-AA83-61CFDFF1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FB77EA-F03A-4D7D-957A-F7208F5C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DF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DF7FF"/>
                </a:solidFill>
                <a:latin typeface="Aptos"/>
                <a:ea typeface="Aptos"/>
                <a:cs typeface="Aptos"/>
              </a:rPr>
              <a:t>COMMON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BB46BF-CE84-488C-AE49-210D4C3C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7524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通信が止まると、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仕事も止まる。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2D8AC-5285-4412-A102-282A5E72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52850"/>
            <a:ext cx="6572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E6EE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0">
                <a:solidFill>
                  <a:srgbClr val="D8E6EE"/>
                </a:solidFill>
                <a:latin typeface="Yu Gothic UI"/>
                <a:ea typeface="Yu Gothic UI"/>
                <a:cs typeface="Yu Gothic UI"/>
              </a:rPr>
              <a:t>電話が使えない。インターネットにつながらない。Wi-Fiが不安定。クラウドサービスにアクセスできない。普段は意識されにくい通信環境こそ、企業が日々の仕事を続けるための大切なインフラです。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5E99B5-EBB0-45E6-A76E-5CBC7D0A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9D6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9D6E1"/>
                </a:solidFill>
                <a:latin typeface="Aptos"/>
                <a:ea typeface="Aptos"/>
                <a:cs typeface="Aptos"/>
              </a:rPr>
              <a:t>通信は、見えないインフラ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A3648D-801F-408E-8A6C-7A11C6C8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B9D6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9D6E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333052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A0E7F8-703E-4DCE-92F1-00C18B3D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B94191-A265-4E31-BFAC-68CD67E2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E70695-767F-4640-86F8-F8BEAFB4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5AA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AAB"/>
                </a:solidFill>
                <a:latin typeface="Aptos"/>
                <a:ea typeface="Aptos"/>
                <a:cs typeface="Aptos"/>
              </a:rPr>
              <a:t>COMMON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3F3582-66B9-4D95-A481-389A6AC9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620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通信・ITの相談相手が、</a:t>
            </a:r>
          </a:p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身近にいない。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68F6AF-6679-43E7-A920-6ABD293D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628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A4C5F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0">
                <a:solidFill>
                  <a:srgbClr val="3A4C5F"/>
                </a:solidFill>
                <a:latin typeface="Yu Gothic UI"/>
                <a:ea typeface="Yu Gothic UI"/>
                <a:cs typeface="Yu Gothic UI"/>
              </a:rPr>
              <a:t>中小企業では、通信やITの専任担当者がいないことも少なくありません。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E8F8FD-0608-4906-B7D0-224F357A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C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B8B09-E5E7-459F-AD5D-78ABA2C4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4495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何を選べばいいかわからない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7B5200-29F1-4FB7-9721-F61C398D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905250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44B5AE-C6DD-4A23-83DC-5F7AC276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14800"/>
            <a:ext cx="4495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トラブル時に誰へ相談すればいいかわからない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18C6C1-198C-4964-886B-19C0018A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C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D34752-50BF-4FF4-8B55-D3213456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4495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古い設備をどう見直せばいいかわからない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410178-CB22-44D2-9B14-A254A397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地域企業が抱える課題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BCD505-207C-4D2D-88AD-FF1971A7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1480984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1E9302-3421-45CE-AA5D-04CCB642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0F78AC-97AB-42B3-8006-1BE98098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783637-E76B-4D2E-ABEC-322F87E0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5AA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AAB"/>
                </a:solidFill>
                <a:latin typeface="Aptos"/>
                <a:ea typeface="Aptos"/>
                <a:cs typeface="Aptos"/>
              </a:rPr>
              <a:t>COMMON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06F32-67EE-455D-8C35-30D8D418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7620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課題を聞き、整え、</a:t>
            </a:r>
          </a:p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導入後まで支える。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28C287-30CF-4DA9-9B73-BC52460F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67627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rPr>
              <a:t>機器やサービスを提案して終わりではありません。地域企業のそばで、通信とITの安心を支え続けます。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F435A-79C6-41A0-9BA7-0E4CE997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2857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4EC010-2848-4402-A384-6A60FF0C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815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AF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AFC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243C4D-EB7E-46C8-B772-6D7858B6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19650"/>
            <a:ext cx="1943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状況を聞く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A8172D-8767-4E08-819E-5F733740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95300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5AAB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1">
                <a:solidFill>
                  <a:srgbClr val="005AAB"/>
                </a:solidFill>
                <a:latin typeface="Yu Gothic UI"/>
                <a:ea typeface="Yu Gothic UI"/>
                <a:cs typeface="Yu Gothic UI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20501A-A904-4391-AF5E-D28AD7EA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629150"/>
            <a:ext cx="2857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1DAF55-CF27-4697-8C19-CA31925F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815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AF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AFC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D469A2-6620-4479-AC43-11A64CF1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819650"/>
            <a:ext cx="1943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必要な環境を一緒に考える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20C06B-F489-4915-AE21-0E9A5D13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95300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5AAB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1">
                <a:solidFill>
                  <a:srgbClr val="005AAB"/>
                </a:solidFill>
                <a:latin typeface="Yu Gothic UI"/>
                <a:ea typeface="Yu Gothic UI"/>
                <a:cs typeface="Yu Gothic UI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DC8A35-0E5F-4E8F-ACF3-F8145470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29150"/>
            <a:ext cx="2857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9379A5-7E42-4DB9-8D82-89CBA413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815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AF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AFC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4597DA-4ED2-42DE-A496-4829F83D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819650"/>
            <a:ext cx="1943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導入後の困りごとにも対応する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1D851E-4F38-4AFE-B145-0F5A99AA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コネクトの役割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F4F7BE-D51F-44D5-8D68-78DAF89C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914650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1EF25B-F7AA-4834-ACE0-651DCEA7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69D38D-66CF-4B07-B148-8EDED6D8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62500C-CA9A-4591-9A37-80AB3585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5AA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AAB"/>
                </a:solidFill>
                <a:latin typeface="Aptos"/>
                <a:ea typeface="Aptos"/>
                <a:cs typeface="Aptos"/>
              </a:rPr>
              <a:t>COMMON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EFB4BD-C887-4926-9B23-FBC0C4B4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620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オフィスの通信環境を、</a:t>
            </a:r>
          </a:p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まるごと支える。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FAB2EF-A1CA-4EE5-9370-C135327A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628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A4C5F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0">
                <a:solidFill>
                  <a:srgbClr val="3A4C5F"/>
                </a:solidFill>
                <a:latin typeface="Yu Gothic UI"/>
                <a:ea typeface="Yu Gothic UI"/>
                <a:cs typeface="Yu Gothic UI"/>
              </a:rPr>
              <a:t>企業の働く環境に必要な通信・ITまわりを、幅広くサポートしています。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900F22-608C-4656-9BCF-9423DAD0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C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35AA47-970B-4052-9179-61544971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2971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ビジネスフォン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605832-B204-4118-994F-E2568576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0525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C392CF-272A-44BD-958A-2C0E31BE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14800"/>
            <a:ext cx="2971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インターネット・Wi-Fi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76B41D-6F8C-4504-AE1B-13BFD321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0525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C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574786-FADD-405F-B926-C5A1025A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14800"/>
            <a:ext cx="2971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ネットワーク機器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2E6419-CEBE-41D8-8E83-C95EFBA2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CF3FA5-3039-40DE-BA63-94C0E74A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86350"/>
            <a:ext cx="2971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クラウドPBX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22661A-3C20-4829-8756-CFB87937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7680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C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67FFE3-6741-40E3-85D5-3824332D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086350"/>
            <a:ext cx="2971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OA機器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B1F50B-336A-4030-8268-D7B1CE9D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7680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2CF07A-4FA9-4E17-935F-86AC1CA2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86350"/>
            <a:ext cx="2971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防犯カメラ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5A5161-0410-4873-89C2-D5A2E2D0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事業領域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587E0D-CAA6-4DBE-B443-3CA2FA01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1609196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469767-F12D-4DEA-93FE-74E087A8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BE37CE-57F1-4A5A-A42D-A4D898C4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954368-916F-47D9-ACD9-95CC1702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0B0478-DB09-4C01-AE80-5C06653E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5AA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AAB"/>
                </a:solidFill>
                <a:latin typeface="Aptos"/>
                <a:ea typeface="Aptos"/>
                <a:cs typeface="Aptos"/>
              </a:rPr>
              <a:t>COMMON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4928B6-FFA5-4EB7-8B8E-B0A6E731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5810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約2,000社に選ばれてきた、</a:t>
            </a:r>
          </a:p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地域での信頼。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2864F3-017A-463F-843E-8967D758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71900"/>
            <a:ext cx="5429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rPr>
              <a:t>秋田の企業に寄り添いながら、通信・IT環境を支えてきたコネクト。地域で選ばれ続けてきたことが、私たちの信頼の証です。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9ABA64-921C-4841-B8E0-F72143B2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62150"/>
            <a:ext cx="57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9DCE8"/>
                </a:solidFill>
                <a:latin typeface="Yu Gothic UI"/>
                <a:ea typeface="Yu Gothic UI"/>
                <a:cs typeface="Yu Gothic UI"/>
              </a:defRPr>
            </a:pPr>
            <a:r>
              <a:rPr sz="2100" b="1">
                <a:solidFill>
                  <a:srgbClr val="A9DCE8"/>
                </a:solidFill>
                <a:latin typeface="Yu Gothic UI"/>
                <a:ea typeface="Yu Gothic UI"/>
                <a:cs typeface="Yu Gothic UI"/>
              </a:rPr>
              <a:t>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F8A502-5183-483F-A9DD-FCCA8DDC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43150"/>
            <a:ext cx="3048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2,000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4BB230-6D3C-48B8-924D-6CD838EE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2895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A4F7C1-3496-4096-851C-14A16A68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00500"/>
            <a:ext cx="314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D9EAF1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0">
                <a:solidFill>
                  <a:srgbClr val="D9EAF1"/>
                </a:solidFill>
                <a:latin typeface="Yu Gothic UI"/>
                <a:ea typeface="Yu Gothic UI"/>
                <a:cs typeface="Yu Gothic UI"/>
              </a:rPr>
              <a:t>地域に積み重ねてきた信頼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5019D6-E264-42D9-8F44-8A546611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導入実績・信頼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F83681-C1DF-46DA-BFC8-A9C7E73C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7855170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FD6A8B-4B27-49B4-9CC4-66553121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EEFA2-CAD7-4D9A-AACD-D543AD3A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B3C8B3-6952-4DAA-84EB-30DF4E6F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5AA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AAB"/>
                </a:solidFill>
                <a:latin typeface="Aptos"/>
                <a:ea typeface="Aptos"/>
                <a:cs typeface="Aptos"/>
              </a:rPr>
              <a:t>COMMON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F0E7FE-5C14-43DC-BDAF-E6CD5DBC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620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地域で頼られる理由があります。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0150E9-BAD5-46BC-8EF4-F7BD2BE2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628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A4C5F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0">
                <a:solidFill>
                  <a:srgbClr val="3A4C5F"/>
                </a:solidFill>
                <a:latin typeface="Yu Gothic UI"/>
                <a:ea typeface="Yu Gothic UI"/>
                <a:cs typeface="Yu Gothic UI"/>
              </a:rPr>
              <a:t>顔の見える距離で相談でき、導入後も困った時にすぐ頼れる。通信を地域支援につなげる仕組みも、コネクトらしい強みです。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F096AE-10D6-4AED-94BD-0BA8C1D6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C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ADC168-5EC4-4421-8759-CC425B7B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4495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地域密着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3EC07C-0C73-458A-B4FC-F350A13A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905250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E39084-5F73-4F59-8128-C52B7468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14800"/>
            <a:ext cx="4495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幅広い対応力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145315-FDC9-485F-A57F-BD43CDB3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C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6C95FE-A934-4AB9-9B69-F48D19D0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4495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導入後の伴走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6C9C4B-EE7E-4791-A023-D07FB663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010150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289860-D88C-4321-AF78-2BA2A484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219700"/>
            <a:ext cx="4495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地域支援につながる通信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0B8A6A-A885-4527-B17C-331DA45B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コネクトの強み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5B076F-6C8F-4C9F-B4C9-445BF8E1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7035575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2D6EBE-4CC4-40FB-AE99-FB80D2BB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6e1c55e6714a1c"/>
          <a:srcRect xmlns:a="http://schemas.openxmlformats.org/drawingml/2006/main" l="28788" t="0" r="287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5F75BD-0A96-466A-9BC9-1C2E846A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5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3A7A3F-016A-422A-B3E0-F1AF4CFC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29F15D-A54C-4FFB-BEF9-BA0C7D64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5AA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AAB"/>
                </a:solidFill>
                <a:latin typeface="Aptos"/>
                <a:ea typeface="Aptos"/>
                <a:cs typeface="Aptos"/>
              </a:rPr>
              <a:t>COMMON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C404D8-C764-4A1E-AE02-90E3A39F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619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いつもの通信が、</a:t>
            </a:r>
          </a:p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地域の支援に変わる。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5EB6B8-0C50-4961-B19C-DD128B4D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53340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rPr>
              <a:t>コネクト光は、毎月の通信費の一部を、お客様が選んだ地域活動への支援金として還元するサービスです。通信環境を整えることが、地域の子どもたち、スポーツ、福祉活動を応援することにもつながりま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0787B4-07C2-405C-B3C6-6F6954ED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コネクト光とは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E26E82-C557-400A-9CC8-3A9742A8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5816847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FC62DB-5B04-4963-B179-5118B666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54574C-DD30-4243-9F34-49A22E7F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975D32-B081-4432-B1C5-91E5A799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5AA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AAB"/>
                </a:solidFill>
                <a:latin typeface="Aptos"/>
                <a:ea typeface="Aptos"/>
                <a:cs typeface="Aptos"/>
              </a:rPr>
              <a:t>COMMON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3648A-B5BA-4878-A776-DA549E66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7620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通信の先に、</a:t>
            </a:r>
          </a:p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地域の笑顔を。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99A6C4-87B1-47E6-817F-41A0D3A1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67627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rPr>
              <a:t>いつもの通信が、地域を応援する力になります。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51F6C2-57E5-469D-8091-45AC6B71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2857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E75575-C3F0-4CAF-930C-5D7C2D6C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815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AF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AFC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76750E-AD9D-483C-9A3F-891EA72C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19650"/>
            <a:ext cx="1943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お客様がいつものように通信を利用する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0E8ED7-4549-4E62-B0C9-93BFB0F7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95300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5AAB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1">
                <a:solidFill>
                  <a:srgbClr val="005AAB"/>
                </a:solidFill>
                <a:latin typeface="Yu Gothic UI"/>
                <a:ea typeface="Yu Gothic UI"/>
                <a:cs typeface="Yu Gothic UI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67B31E-E584-4561-92C8-A2437271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629150"/>
            <a:ext cx="2857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7CF434-26D7-452F-93A1-19D240E4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815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AF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AFC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48EAA0-7DF4-40CA-AA81-9A206FF4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819650"/>
            <a:ext cx="1943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通信費の一部が支援金として積み立てられる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6C9217-9FC9-4004-A32D-16A6D009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95300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5AAB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1">
                <a:solidFill>
                  <a:srgbClr val="005AAB"/>
                </a:solidFill>
                <a:latin typeface="Yu Gothic UI"/>
                <a:ea typeface="Yu Gothic UI"/>
                <a:cs typeface="Yu Gothic UI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77B95F-B471-4616-8C27-1FD13ECF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29150"/>
            <a:ext cx="2857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1EFB4A-4FC9-42AD-9591-868D1BBE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815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AF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AFC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FEB73B-E438-41E7-90B5-BC90792F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819650"/>
            <a:ext cx="1943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お客様が選んだ地域活動へ支援金をお届けする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AE1F0C-2947-4AFF-BCCB-12A8CAF8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コネクト光の仕組み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33D5C9-F28B-4C14-897D-EF41589C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504596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DFDEDC-1BE5-469F-835A-5E2EC32C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eb2b8ffaeb43c6"/>
          <a:srcRect xmlns:a="http://schemas.openxmlformats.org/drawingml/2006/main" l="28788" t="0" r="287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F1351E-A822-4551-8D0E-2E11A948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5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EA8486-FF50-44A4-A37E-F0A8B8A8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F01865-820A-4052-B4B3-43608A15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5AA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AAB"/>
                </a:solidFill>
                <a:latin typeface="Aptos"/>
                <a:ea typeface="Aptos"/>
                <a:cs typeface="Aptos"/>
              </a:rPr>
              <a:t>COMMON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B90DA4-C29A-4C68-8E37-72050EBE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619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支援は、地域の未来に</a:t>
            </a:r>
          </a:p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つながっていく。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03918E-7D81-4B7A-931E-B2CD3901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53340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rPr>
              <a:t>子ども食堂。スポーツ支援。障がい者支援。私たちは、通信サービスを通じて、地域で活動する人たちを応援しています。企業の通信環境を支える仕事が、地域の未来にもつながっていきます。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14298C-81E5-4495-ADA1-F6E90F53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地域還元の先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F4E58C-E59D-4860-BAB0-7899F7F0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5479387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36C392-5ACA-47A6-A9F9-1D51E099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FCD469-2A18-459E-BBB1-9486C052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401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7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C23EE6-D967-413B-93A7-D8136FBB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066800"/>
            <a:ext cx="19621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FC8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F8BFE6-EC6B-49CB-949F-DC893012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14750"/>
            <a:ext cx="13144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AB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48BEF7-70EB-4450-B017-FE6D7D82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3C63FC-CE9C-48CD-AF18-820E800F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DF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DF7FF"/>
                </a:solidFill>
                <a:latin typeface="Aptos"/>
                <a:ea typeface="Aptos"/>
                <a:cs typeface="Aptos"/>
              </a:rPr>
              <a:t>RECRUIT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6A84CB-A3D8-45FF-8305-A2A3C46C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7524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「ありがとう」が、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地域の安心につながる。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BF7669-1FD2-468F-9649-8B731576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52850"/>
            <a:ext cx="6572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E6EE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0">
                <a:solidFill>
                  <a:srgbClr val="D8E6EE"/>
                </a:solidFill>
                <a:latin typeface="Yu Gothic UI"/>
                <a:ea typeface="Yu Gothic UI"/>
                <a:cs typeface="Yu Gothic UI"/>
              </a:rPr>
              <a:t>コネクトの仕事は、通信機器を売るだけでも、設定するだけでもありません。お客様の困りごとに向き合い、仕事が止まらない安心を届ける仕事です。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4828B8-54C9-4501-BE30-F6F3AF38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9D6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9D6E1"/>
                </a:solidFill>
                <a:latin typeface="Aptos"/>
                <a:ea typeface="Aptos"/>
                <a:cs typeface="Aptos"/>
              </a:rPr>
              <a:t>採用パート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4D6BC2-BAED-43AA-9B4B-931B36C5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B9D6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9D6E1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3019042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872AE8-4D7B-4108-AA70-55FCD8B3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4FA61-7262-4A70-A1B2-AE3A9FC5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91CDB-AB84-429C-BD4C-391E1AB7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914400"/>
            <a:ext cx="335280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62E612-A7DC-4C0F-93B0-1E74F9D2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F23902-728A-4519-B4B2-D7CB9655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5AA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AAB"/>
                </a:solidFill>
                <a:latin typeface="Aptos"/>
                <a:ea typeface="Aptos"/>
                <a:cs typeface="Aptos"/>
              </a:rPr>
              <a:t>RECRUIT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070657-87DC-4962-A5AA-96ACA41B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7429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秋田で、長く安心して働ける環境。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4AE643-59DE-4156-AB3A-FBBFA4B1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62350"/>
            <a:ext cx="6572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rPr>
              <a:t>地域に根ざして働きながら、通信・ITというこれからも必要とされる領域の知識を身につけられます。落ち着いた環境で、専門性を育てていける会社です。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F24FD5-33BB-438F-8717-C55405E9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621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13F999-7386-4BDA-A932-6B14F6DC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64B31C-2BCE-42CA-B5A6-A272F16A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813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274EC5-69FE-40AE-A6D2-1AC54113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働く環境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54B4FB-F418-4866-9CA0-59509E4A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4511016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78AD2E-0B22-43D9-92FF-3D8E125F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8AC20A-9534-405C-82FB-EF10E446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FB81EE-7AF4-4E3B-87DB-AA9A3860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5AA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AAB"/>
                </a:solidFill>
                <a:latin typeface="Aptos"/>
                <a:ea typeface="Aptos"/>
                <a:cs typeface="Aptos"/>
              </a:rPr>
              <a:t>RECRUIT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04BFF-BEFD-4FA3-B6B5-14CF7536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7620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未経験から、通信とITのプロへ。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AD9A5-1A35-468E-9F3C-F8F14F99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67627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rPr>
              <a:t>最初からすべてを知っている必要はありません。お客様の話を聞く力、誠実に向き合う姿勢、学び続ける気持ちを大切にしています。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1E8F35-209C-4EA6-AC3F-68245009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2857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67E3DA-015F-4712-B87A-BC066F11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815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AF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AFC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25A40A-AD19-4062-BC5A-1824F0E8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19650"/>
            <a:ext cx="1943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基礎を学ぶ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10F8F0-7A22-4801-825F-4FB9D9E2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95300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5AAB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1">
                <a:solidFill>
                  <a:srgbClr val="005AAB"/>
                </a:solidFill>
                <a:latin typeface="Yu Gothic UI"/>
                <a:ea typeface="Yu Gothic UI"/>
                <a:cs typeface="Yu Gothic UI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72A597-D61E-4114-AB7D-2B7FD2D4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629150"/>
            <a:ext cx="2857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A82DD5-27B0-42D9-9AF9-F94373BA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815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AF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AFC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1FA3E5-B0CC-4D94-A8EC-50B4D02A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819650"/>
            <a:ext cx="1943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先輩と現場を知る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BBE3DA-19D6-48D3-A913-971000A3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95300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5AAB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1">
                <a:solidFill>
                  <a:srgbClr val="005AAB"/>
                </a:solidFill>
                <a:latin typeface="Yu Gothic UI"/>
                <a:ea typeface="Yu Gothic UI"/>
                <a:cs typeface="Yu Gothic UI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2E5D43-D6C2-4404-BE07-73999343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29150"/>
            <a:ext cx="2857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48508B-BA71-4C85-9701-59AFB70C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815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AF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AFC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8D0512-E0DD-40ED-B49C-E81D7F9B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819650"/>
            <a:ext cx="1943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自分で提案・対応できる力をつける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52C8E8-6C06-4FF5-BAE4-955C4AE7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成長支援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B0DCD8-FDCE-499B-A4C4-C292D0FF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94888797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B07C47-4FA1-4B77-BD02-6A39D4A3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31A957-B134-4BAE-8566-6894B8A3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1F6E92-F4BB-4A95-B9A6-FBDC775D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976C5F-12FF-4E96-BC6B-F9554B9E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DF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DF7FF"/>
                </a:solidFill>
                <a:latin typeface="Aptos"/>
                <a:ea typeface="Aptos"/>
                <a:cs typeface="Aptos"/>
              </a:rPr>
              <a:t>RECRUIT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9068EA-53B9-4E1B-8BD5-7C160197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5AAB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1">
                <a:solidFill>
                  <a:srgbClr val="005AAB"/>
                </a:solidFill>
                <a:latin typeface="Yu Gothic UI"/>
                <a:ea typeface="Yu Gothic UI"/>
                <a:cs typeface="Yu Gothic UI"/>
              </a:rPr>
              <a:t>法人営業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44DB5A-3BD8-4ABA-95C3-58B38147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7048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お客様の不安を、</a:t>
            </a:r>
          </a:p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安心に変える。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2AFEA7-FBFE-4A3D-AFE5-35B7793F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67627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rPr>
              <a:t>お客様の課題を聞き、通信・IT環境の改善を提案する仕事です。大切なのは、売ることよりも、信頼される相談相手になることです。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1A4C1C-03A3-4DFA-ADE2-F8C7D845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62150"/>
            <a:ext cx="2647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5F6168-7C38-47C8-8507-B7A7667D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24075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中途採用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6C2533-7716-4D53-AFA1-2AC32B88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38450"/>
            <a:ext cx="2647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68220D-0C2B-454F-9966-64EB9D44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00375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未経験歓迎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DA6147-AB43-4E0D-B057-2C2B9EEF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14750"/>
            <a:ext cx="2647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F75701-5E24-474A-8545-7258267F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76675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地域企業の伴走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EEC524-C497-41BB-AB72-98A32FFE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法人営業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9AD2C2-3A97-41EC-ADC5-6A4CCC90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9608435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1DD894-0922-4695-A5B3-E67A5A7F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08D945-2707-44CA-A2FB-32A79B33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ADB9EA-E212-4317-8E4F-31F57BEA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F6CBBC-8C5C-44AE-A2AD-3DADF7A0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DF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DF7FF"/>
                </a:solidFill>
                <a:latin typeface="Aptos"/>
                <a:ea typeface="Aptos"/>
                <a:cs typeface="Aptos"/>
              </a:rPr>
              <a:t>RECRUIT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06352-0C64-45F9-BBE5-E8BFBFF5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5AAB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1">
                <a:solidFill>
                  <a:srgbClr val="005AAB"/>
                </a:solidFill>
                <a:latin typeface="Yu Gothic UI"/>
                <a:ea typeface="Yu Gothic UI"/>
                <a:cs typeface="Yu Gothic UI"/>
              </a:rPr>
              <a:t>システムエンジニア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BD4241-BACF-4CAE-9F6F-FD4830B8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7048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見えない通信を、</a:t>
            </a:r>
          </a:p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頼れる技術に。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ED22C6-2C33-4CB9-86BC-FA311C81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67627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rPr>
              <a:t>ネットワークやクラウドPBXなど、企業の通信環境を技術面から支える仕事です。安定した環境づくりを通じて、お客様の事業継続を守ります。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783D89-C94E-4FCC-AB3A-E3443EBE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62150"/>
            <a:ext cx="2647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C3DB6A-2601-44D3-A2D7-1C30AECB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24075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技術職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E2A1AA-C846-4F70-882B-330F0450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38450"/>
            <a:ext cx="2647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1327EF-93F0-403E-B522-A8158421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00375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ネットワーク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0FE4A7-F7FD-482D-91E9-BCC381B6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14750"/>
            <a:ext cx="2647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EBE289-B37B-45F6-B829-8E637CEF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76675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クラウドPBX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218D16-B78C-4480-9321-B1A4C966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システムエンジニア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3468C0-4682-4115-B53B-7C672EAE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64526873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AEFF80-B2C8-46B7-95C9-FA7406BF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44BAD-4D97-4D7D-88AC-42ED6251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528FC2-8A32-4B2C-A408-0B892CC9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B8E15E-BE18-4C9B-93B2-44C6AFA0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DF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DF7FF"/>
                </a:solidFill>
                <a:latin typeface="Aptos"/>
                <a:ea typeface="Aptos"/>
                <a:cs typeface="Aptos"/>
              </a:rPr>
              <a:t>RECRUIT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B56921-19A6-4BC0-941E-5D06C8F6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5AAB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1">
                <a:solidFill>
                  <a:srgbClr val="005AAB"/>
                </a:solidFill>
                <a:latin typeface="Yu Gothic UI"/>
                <a:ea typeface="Yu Gothic UI"/>
                <a:cs typeface="Yu Gothic UI"/>
              </a:rPr>
              <a:t>技術職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D63F86-3835-4E39-B3DF-ACD3CC4C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7048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秋田の現場を、</a:t>
            </a:r>
          </a:p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技術で支える。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1DAB37-ACC1-436B-9B94-EBD1DB76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67627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rPr>
              <a:t>電話設備、ネットワーク機器、OA機器などの導入・設定・保守を担います。現場で直接役に立てる実感がある仕事です。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B5EAD4-5727-4008-A295-8F3ACEA9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62150"/>
            <a:ext cx="2647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1B1ADF-DED9-4203-8214-0607FF7F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24075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現場対応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FAB92D-9624-47B8-A0B8-E0D60B6C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38450"/>
            <a:ext cx="2647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6F5E09-C55D-40B8-B762-4CDAF08F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00375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保守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B72A32-1B41-4003-93E7-88414A06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14750"/>
            <a:ext cx="2647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316915-0955-4812-926A-1668A419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76675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専門性が身につく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93EABE-E30B-4B2B-8A7D-C2AF7637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技術職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D1FDA8-AF3E-4F30-AEE5-1EEFF2DD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11358158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723C2D-1830-42F9-B17A-34D11561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1060E7-2D32-4344-849A-F8AAD41D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9CBB90-0270-4F12-84D9-1D31C6F7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5AA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AAB"/>
                </a:solidFill>
                <a:latin typeface="Aptos"/>
                <a:ea typeface="Aptos"/>
                <a:cs typeface="Aptos"/>
              </a:rPr>
              <a:t>RECRUIT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6944FE-49FE-49F5-A471-63BBC00F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620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私たちが一緒に働きたい人。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1CC646-07C2-43B6-B7F7-ABDE6B92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628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A4C5F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0">
                <a:solidFill>
                  <a:srgbClr val="3A4C5F"/>
                </a:solidFill>
                <a:latin typeface="Yu Gothic UI"/>
                <a:ea typeface="Yu Gothic UI"/>
                <a:cs typeface="Yu Gothic UI"/>
              </a:rPr>
              <a:t>経験よりも、誠実にかかわる姿勢を大切にしています。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0D4947-884A-4D38-A98D-1F0D2070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C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497467-14AC-44FB-A08B-7F3C6814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4495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人の役に立つ仕事がしたい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1121E7-9D50-451E-B7AE-2724A0D3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905250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0F1FAA-EB86-42F5-9F13-4FAC3E41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14800"/>
            <a:ext cx="4495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秋田に根ざして働きたい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D980FE-7095-43CF-9108-440538A5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C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8E3A42-3202-4A3F-8897-3FB1D06E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4495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新しい知識を学び続けたい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C27FCC-EA02-4D9C-AABB-68F33424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010150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FBE823-653B-49B8-B6ED-F431F86B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219700"/>
            <a:ext cx="4495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お客様や仲間との縁を大切にしたい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6753D7-FC90-497C-AF48-C5652513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求める人物像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787BA1-4963-4785-9CCC-162D931A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59601932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2E5F8A-CB4B-4B57-A3A6-AA117A53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15866-4F21-42C7-B44A-7C555210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248B70-F9C9-4281-BC8B-EF6374E4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914400"/>
            <a:ext cx="335280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553DD-5225-4BC5-8EB6-BB62224F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287356-73FE-49DF-9E35-619C49CE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5AA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AAB"/>
                </a:solidFill>
                <a:latin typeface="Aptos"/>
                <a:ea typeface="Aptos"/>
                <a:cs typeface="Aptos"/>
              </a:rPr>
              <a:t>RECRUIT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7577AC-66B8-4C2A-9A62-B8FD1E44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7429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まずは、話を聞いてみるだけでも</a:t>
            </a:r>
          </a:p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大丈夫です。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5E36AE-5A5A-41E9-B28C-072481FB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62350"/>
            <a:ext cx="6572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rPr>
              <a:t>仕事内容や働き方を知ってから応募したい方も歓迎します。気になることがあれば、会社見学やカジュアルな相談から始めてください。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DFD1B-BCDC-4BB8-9346-3A4F6401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621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AB7C04-FA68-4B17-AE5D-A44D876D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45BE46-FFEA-4300-8B47-3913FC90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813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8DDC35-9714-4B15-88CB-BA4E85AD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応募前の入口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E4BD79-5E73-4064-A60C-C9A82581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249946153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5533396bf341e0"/>
          <a:srcRect xmlns:a="http://schemas.openxmlformats.org/drawingml/2006/main" l="0" t="658" r="0" b="6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9ECB09-1408-46CC-999E-144EC331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5">
              <a:alpha val="8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94F1F8-FFE7-45F1-B345-4B35BBAF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15E3B5-F75B-4A5B-A91C-AAD5BD96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DF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DF7FF"/>
                </a:solidFill>
                <a:latin typeface="Aptos"/>
                <a:ea typeface="Aptos"/>
                <a:cs typeface="Aptos"/>
              </a:rPr>
              <a:t>RECRUIT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3B715F-192E-428A-A2CA-9E578C54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8953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34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秋田の仕事と暮らしを、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34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通信から支える仲間を募集しています。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1C2971-8389-48DC-88B3-E9A8B1E0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685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AF1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0">
                <a:solidFill>
                  <a:srgbClr val="D9EAF1"/>
                </a:solidFill>
                <a:latin typeface="Yu Gothic UI"/>
                <a:ea typeface="Yu Gothic UI"/>
                <a:cs typeface="Yu Gothic UI"/>
              </a:rPr>
              <a:t>つながる人を増やし、秋田の明日を支える。その想いに共感してくれる方をお待ちしています。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3ABB0C-6074-4FDA-ACC7-8745C24E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F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98DC5C-6410-4BDD-B821-E8A96785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9D6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9D6E1"/>
                </a:solidFill>
                <a:latin typeface="Aptos"/>
                <a:ea typeface="Aptos"/>
                <a:cs typeface="Aptos"/>
              </a:rPr>
              <a:t>採用版クロージング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90B8DE-B7BD-48B8-B9AE-1DDE67CA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B9D6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9D6E1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101796944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92FD45-2D3B-4DC0-B12E-DABF9584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A4EDD-ECD0-4826-9318-11D93DCF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401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7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B91FE1-6E03-472D-829C-7906BBBB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066800"/>
            <a:ext cx="19621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FC8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0D71C2-F221-478F-BA43-B9B985EF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14750"/>
            <a:ext cx="13144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AB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76485E-68BB-4106-BD06-7D558527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141DBC-08E0-48D0-8FCC-990A1B0A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DF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DF7FF"/>
                </a:solidFill>
                <a:latin typeface="Aptos"/>
                <a:ea typeface="Aptos"/>
                <a:cs typeface="Aptos"/>
              </a:rPr>
              <a:t>CUSTOMER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4B1DF9-1695-48D4-9DFD-D29BA3D4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7524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導入して終わりではなく、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困った時に頼れる存在であり続けます。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863DEE-D3E1-4947-BEC6-95203E0E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52850"/>
            <a:ext cx="6572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E6EE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0">
                <a:solidFill>
                  <a:srgbClr val="D8E6EE"/>
                </a:solidFill>
                <a:latin typeface="Yu Gothic UI"/>
                <a:ea typeface="Yu Gothic UI"/>
                <a:cs typeface="Yu Gothic UI"/>
              </a:rPr>
              <a:t>通信環境は、導入した後も日々の運用の中で課題が生まれます。コネクトは、地域の近い距離で継続的に支えます。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BF8E50-01BC-4549-B6B9-2CC723E7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9D6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9D6E1"/>
                </a:solidFill>
                <a:latin typeface="Aptos"/>
                <a:ea typeface="Aptos"/>
                <a:cs typeface="Aptos"/>
              </a:rPr>
              <a:t>お客様向けパート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2AE88B-070F-409C-BA10-EB1876F6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B9D6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9D6E1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828357492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8EA84E-79D6-472D-AFFE-EEFC9D87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76E3B-999A-4819-815F-AA540786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AC230-AC8B-401F-916A-9CF6970E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5AA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AAB"/>
                </a:solidFill>
                <a:latin typeface="Aptos"/>
                <a:ea typeface="Aptos"/>
                <a:cs typeface="Aptos"/>
              </a:rPr>
              <a:t>CUSTOMER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4183A-B7D3-4D23-BDFC-B3B1FE60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620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通信・ITまわりを、</a:t>
            </a:r>
          </a:p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幅広くご相談いただけます。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A7FD4B-160F-43C1-9090-F23CCDDD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628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A4C5F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0">
                <a:solidFill>
                  <a:srgbClr val="3A4C5F"/>
                </a:solidFill>
                <a:latin typeface="Yu Gothic UI"/>
                <a:ea typeface="Yu Gothic UI"/>
                <a:cs typeface="Yu Gothic UI"/>
              </a:rPr>
              <a:t>オフィス環境の見直しから、日々の困りごとまでご相談ください。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ADCC8B-183F-4589-BFB0-A9AE7B32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C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FAEFC6-A804-4CE7-8396-05BD7E92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2971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電話設備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2EC2A9-9C8A-4251-973F-C36749EA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0525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854B76-7C98-40AE-A956-2EF2BF7F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14800"/>
            <a:ext cx="2971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ネットワーク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1F880D-EB7F-4384-A9E2-7157A6EA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0525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C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A90022-4387-4DC2-9AFC-C6EABBAF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14800"/>
            <a:ext cx="2971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Wi-Fi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C37170-9289-4208-AD1D-EAA73536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B7890A-F48A-4273-AF9C-CAA132F6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86350"/>
            <a:ext cx="2971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クラウドPBX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29ED0C-507A-4875-8FB0-F4B6E153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7680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C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11DAFD-D6A2-4FFD-A40E-88BAE960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086350"/>
            <a:ext cx="2971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OA機器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BC09B6-AA6A-4FBE-978A-A2260E92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7680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5B0A9B-8BC4-434B-A8E7-42CF3FFC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86350"/>
            <a:ext cx="2971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防犯カメラ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B57EDA-0A0E-4635-8B92-01F98175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ご相談領域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F81341-F3C8-4A2C-A514-5AE5749B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737733165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87F35F-736D-424E-AEB6-4177D4BA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994EDD-D3DB-4A0B-895E-D805CD4E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87CEFE-10B4-45FC-8EED-8B816E8F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5AA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AAB"/>
                </a:solidFill>
                <a:latin typeface="Aptos"/>
                <a:ea typeface="Aptos"/>
                <a:cs typeface="Aptos"/>
              </a:rPr>
              <a:t>CUSTOMER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517245-1B12-4860-AF8B-B690E5EE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7620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お客様の状況に合わせて、</a:t>
            </a:r>
          </a:p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最適な環境をご提案します。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1BF246-5C59-43C6-B6B3-18DBDECD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67627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rPr>
              <a:t>現状を確認し、必要な改善を整理し、導入後まで伴走します。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27DE5E-41D1-44E5-B635-1568CD04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2857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484E94-3D98-43F0-8026-B598C5FE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815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AF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AFC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0C03FD-2F5A-483B-9FC1-A48F4840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19650"/>
            <a:ext cx="1943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現状を確認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9CE37A-2276-4D00-A0D4-DEAE92C9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95300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5AAB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1">
                <a:solidFill>
                  <a:srgbClr val="005AAB"/>
                </a:solidFill>
                <a:latin typeface="Yu Gothic UI"/>
                <a:ea typeface="Yu Gothic UI"/>
                <a:cs typeface="Yu Gothic UI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2A476A-3ADE-4235-A336-0C79BDA2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629150"/>
            <a:ext cx="2857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C95FB1-5066-4DF1-9586-11BB4DAA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815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AF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AFC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FEE090-3833-4202-A01F-0175394C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819650"/>
            <a:ext cx="1943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課題と優先順位を整理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4EE881-80BC-4715-88A0-043E626E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95300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5AAB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1">
                <a:solidFill>
                  <a:srgbClr val="005AAB"/>
                </a:solidFill>
                <a:latin typeface="Yu Gothic UI"/>
                <a:ea typeface="Yu Gothic UI"/>
                <a:cs typeface="Yu Gothic UI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CE45AE-0C84-4653-815D-34C4652B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29150"/>
            <a:ext cx="2857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B55200-4948-4F45-A76D-284F035F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815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AF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AFC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01493D-B6F8-49C5-A840-A65634B3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819650"/>
            <a:ext cx="1943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導入後の運用まで支援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9F19E8-2E4E-46CA-9ED1-CCBFEA84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提案の進め方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6034FA-370A-40F5-9B78-13CF9FC1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184282656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B4740C-8884-450C-916E-CEBE9128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e7d566b1ae48fe"/>
          <a:srcRect xmlns:a="http://schemas.openxmlformats.org/drawingml/2006/main" l="0" t="2599" r="0" b="25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0A3D15-FA5B-4F95-8C45-107506E2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5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C84A22-D8D2-4AE0-88C9-25693A9C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26D7F4-E5A1-42AE-BE42-3D6A954F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5AA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5AAB"/>
                </a:solidFill>
                <a:latin typeface="Aptos"/>
                <a:ea typeface="Aptos"/>
                <a:cs typeface="Aptos"/>
              </a:rPr>
              <a:t>CUSTOMER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2AA802-EB89-4922-BA95-368F1775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619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defRPr>
            </a:pPr>
            <a:r>
              <a:rPr sz="3150" b="1">
                <a:solidFill>
                  <a:srgbClr val="102033"/>
                </a:solidFill>
                <a:latin typeface="Yu Gothic UI"/>
                <a:ea typeface="Yu Gothic UI"/>
                <a:cs typeface="Yu Gothic UI"/>
              </a:rPr>
              <a:t>株式会社コネクトについて。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6362A0-BE22-4D24-A89C-F4868615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53340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0">
                <a:solidFill>
                  <a:srgbClr val="304255"/>
                </a:solidFill>
                <a:latin typeface="Yu Gothic UI"/>
                <a:ea typeface="Yu Gothic UI"/>
                <a:cs typeface="Yu Gothic UI"/>
              </a:rPr>
              <a:t>秋田県内の企業を中心に、通信・IT環境の提案、導入、保守を行っています。地域企業の発展を支えるパートナーとして、顔の見える距離で安心を届けます。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7D0865-85EF-4757-BF18-257F6443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会社概要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A5A8E6-B88C-457A-A8C3-E43AEA32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2075595188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69644d8b8e439d"/>
          <a:srcRect xmlns:a="http://schemas.openxmlformats.org/drawingml/2006/main" l="0" t="658" r="0" b="6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3A25AD-8997-4BAC-9882-0DD33E86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5">
              <a:alpha val="8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6F78B3-5FBC-4DBF-BB0C-D10F19F2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886313-7172-4153-AAC4-01E91538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DF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DF7FF"/>
                </a:solidFill>
                <a:latin typeface="Aptos"/>
                <a:ea typeface="Aptos"/>
                <a:cs typeface="Aptos"/>
              </a:rPr>
              <a:t>CUSTOMER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6665B9-4DB5-45B5-AC9C-E1E4BA65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8953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34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地域の通信環境を、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34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これからもそばで支えていきます。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D8BEF-E884-4665-87AE-E160CBEC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685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AF1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0">
                <a:solidFill>
                  <a:srgbClr val="D9EAF1"/>
                </a:solidFill>
                <a:latin typeface="Yu Gothic UI"/>
                <a:ea typeface="Yu Gothic UI"/>
                <a:cs typeface="Yu Gothic UI"/>
              </a:rPr>
              <a:t>通信とITで企業を支え、その先にいる人と地域の幸せへつなげていく。株式会社コネクト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A60A3B-AE70-4D80-BD55-F403DE60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F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26EB3E-CB08-4981-8F81-9F1A7F7F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9D6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9D6E1"/>
                </a:solidFill>
                <a:latin typeface="Aptos"/>
                <a:ea typeface="Aptos"/>
                <a:cs typeface="Aptos"/>
              </a:rPr>
              <a:t>お客様向けクロージング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9BB64B-12BC-4272-8B6B-1F60E9B0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B9D6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9D6E1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1035368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2026-05-25T02:29:29.7290000Z</dcterms:created>
  <dcterms:modified xsi:type="dcterms:W3CDTF">2026-05-25T02:29:29.7290000Z</dcterms:modified>
</coreProperties>
</file>