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bd447c1ffd43ff" /><Relationship Type="http://schemas.openxmlformats.org/officeDocument/2006/relationships/extended-properties" Target="/docProps/app.xml" Id="R5b6e38b220d0439a" /><Relationship Type="http://schemas.openxmlformats.org/officeDocument/2006/relationships/officeDocument" Target="/ppt/presentation.xml" Id="Rbd598907e32948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b7d30c0bf349c9"/>
  </p:sldMasterIdLst>
  <p:notesMasterIdLst>
    <p:notesMasterId xmlns:r="http://schemas.openxmlformats.org/officeDocument/2006/relationships" r:id="R9d53cae4461d4167"/>
  </p:notesMasterIdLst>
  <p:sldIdLst>
    <p:sldId xmlns:r="http://schemas.openxmlformats.org/officeDocument/2006/relationships" id="256" r:id="Rd50d615580c14a3f"/>
    <p:sldId xmlns:r="http://schemas.openxmlformats.org/officeDocument/2006/relationships" id="257" r:id="R3e564867a7e34c02"/>
    <p:sldId xmlns:r="http://schemas.openxmlformats.org/officeDocument/2006/relationships" id="258" r:id="R1d432dd0206f4d33"/>
    <p:sldId xmlns:r="http://schemas.openxmlformats.org/officeDocument/2006/relationships" id="259" r:id="R397de8d608824f17"/>
    <p:sldId xmlns:r="http://schemas.openxmlformats.org/officeDocument/2006/relationships" id="260" r:id="Rdd47c59ec33f440f"/>
    <p:sldId xmlns:r="http://schemas.openxmlformats.org/officeDocument/2006/relationships" id="261" r:id="Rb4383a4798104bc1"/>
    <p:sldId xmlns:r="http://schemas.openxmlformats.org/officeDocument/2006/relationships" id="262" r:id="R810755782f1741b6"/>
    <p:sldId xmlns:r="http://schemas.openxmlformats.org/officeDocument/2006/relationships" id="263" r:id="R3484c88b589b4ce1"/>
    <p:sldId xmlns:r="http://schemas.openxmlformats.org/officeDocument/2006/relationships" id="264" r:id="R26f14ca9000b4866"/>
    <p:sldId xmlns:r="http://schemas.openxmlformats.org/officeDocument/2006/relationships" id="265" r:id="Rf2cea527e8e743a1"/>
    <p:sldId xmlns:r="http://schemas.openxmlformats.org/officeDocument/2006/relationships" id="266" r:id="R40b6ce7f6fc94a30"/>
    <p:sldId xmlns:r="http://schemas.openxmlformats.org/officeDocument/2006/relationships" id="267" r:id="Rac64fbd167424ad4"/>
    <p:sldId xmlns:r="http://schemas.openxmlformats.org/officeDocument/2006/relationships" id="268" r:id="Rd5d1f474acdd4ad6"/>
    <p:sldId xmlns:r="http://schemas.openxmlformats.org/officeDocument/2006/relationships" id="269" r:id="R46e98d2ad728463e"/>
    <p:sldId xmlns:r="http://schemas.openxmlformats.org/officeDocument/2006/relationships" id="270" r:id="R236137a362e04393"/>
    <p:sldId xmlns:r="http://schemas.openxmlformats.org/officeDocument/2006/relationships" id="271" r:id="R2c86179ec6274d13"/>
    <p:sldId xmlns:r="http://schemas.openxmlformats.org/officeDocument/2006/relationships" id="272" r:id="Rc8793e29647e4a11"/>
    <p:sldId xmlns:r="http://schemas.openxmlformats.org/officeDocument/2006/relationships" id="273" r:id="R9812636a46ca414c"/>
    <p:sldId xmlns:r="http://schemas.openxmlformats.org/officeDocument/2006/relationships" id="274" r:id="Rddc62d2b108d402b"/>
    <p:sldId xmlns:r="http://schemas.openxmlformats.org/officeDocument/2006/relationships" id="275" r:id="R39fe816af8234d41"/>
    <p:sldId xmlns:r="http://schemas.openxmlformats.org/officeDocument/2006/relationships" id="276" r:id="R8d8c13b23e6244a1"/>
    <p:sldId xmlns:r="http://schemas.openxmlformats.org/officeDocument/2006/relationships" id="277" r:id="R1a00ab3d030a48f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b7d30c0bf349c9" /><Relationship Type="http://schemas.openxmlformats.org/officeDocument/2006/relationships/theme" Target="/ppt/theme/theme1.xml" Id="R1f40b04ce0824710" /><Relationship Type="http://schemas.openxmlformats.org/officeDocument/2006/relationships/notesMaster" Target="/ppt/notesMasters/notesMaster1.xml" Id="R9d53cae4461d4167" /><Relationship Type="http://schemas.openxmlformats.org/officeDocument/2006/relationships/presProps" Target="/ppt/presProps.xml" Id="R68521171bc644012" /><Relationship Type="http://schemas.openxmlformats.org/officeDocument/2006/relationships/viewProps" Target="/ppt/viewProps.xml" Id="Rf34c6aa2bf104e78" /><Relationship Type="http://schemas.openxmlformats.org/officeDocument/2006/relationships/tableStyles" Target="/ppt/tableStyles.xml" Id="R4c2035e8ff204066" /><Relationship Type="http://schemas.openxmlformats.org/officeDocument/2006/relationships/slide" Target="/ppt/slides/slide1.xml" Id="Rd50d615580c14a3f" /><Relationship Type="http://schemas.openxmlformats.org/officeDocument/2006/relationships/slide" Target="/ppt/slides/slide2.xml" Id="R3e564867a7e34c02" /><Relationship Type="http://schemas.openxmlformats.org/officeDocument/2006/relationships/slide" Target="/ppt/slides/slide3.xml" Id="R1d432dd0206f4d33" /><Relationship Type="http://schemas.openxmlformats.org/officeDocument/2006/relationships/slide" Target="/ppt/slides/slide4.xml" Id="R397de8d608824f17" /><Relationship Type="http://schemas.openxmlformats.org/officeDocument/2006/relationships/slide" Target="/ppt/slides/slide5.xml" Id="Rdd47c59ec33f440f" /><Relationship Type="http://schemas.openxmlformats.org/officeDocument/2006/relationships/slide" Target="/ppt/slides/slide6.xml" Id="Rb4383a4798104bc1" /><Relationship Type="http://schemas.openxmlformats.org/officeDocument/2006/relationships/slide" Target="/ppt/slides/slide7.xml" Id="R810755782f1741b6" /><Relationship Type="http://schemas.openxmlformats.org/officeDocument/2006/relationships/slide" Target="/ppt/slides/slide8.xml" Id="R3484c88b589b4ce1" /><Relationship Type="http://schemas.openxmlformats.org/officeDocument/2006/relationships/slide" Target="/ppt/slides/slide9.xml" Id="R26f14ca9000b4866" /><Relationship Type="http://schemas.openxmlformats.org/officeDocument/2006/relationships/slide" Target="/ppt/slides/slide10.xml" Id="Rf2cea527e8e743a1" /><Relationship Type="http://schemas.openxmlformats.org/officeDocument/2006/relationships/slide" Target="/ppt/slides/slide11.xml" Id="R40b6ce7f6fc94a30" /><Relationship Type="http://schemas.openxmlformats.org/officeDocument/2006/relationships/slide" Target="/ppt/slides/slide12.xml" Id="Rac64fbd167424ad4" /><Relationship Type="http://schemas.openxmlformats.org/officeDocument/2006/relationships/slide" Target="/ppt/slides/slide13.xml" Id="Rd5d1f474acdd4ad6" /><Relationship Type="http://schemas.openxmlformats.org/officeDocument/2006/relationships/slide" Target="/ppt/slides/slide14.xml" Id="R46e98d2ad728463e" /><Relationship Type="http://schemas.openxmlformats.org/officeDocument/2006/relationships/slide" Target="/ppt/slides/slide15.xml" Id="R236137a362e04393" /><Relationship Type="http://schemas.openxmlformats.org/officeDocument/2006/relationships/slide" Target="/ppt/slides/slide16.xml" Id="R2c86179ec6274d13" /><Relationship Type="http://schemas.openxmlformats.org/officeDocument/2006/relationships/slide" Target="/ppt/slides/slide17.xml" Id="Rc8793e29647e4a11" /><Relationship Type="http://schemas.openxmlformats.org/officeDocument/2006/relationships/slide" Target="/ppt/slides/slide18.xml" Id="R9812636a46ca414c" /><Relationship Type="http://schemas.openxmlformats.org/officeDocument/2006/relationships/slide" Target="/ppt/slides/slide19.xml" Id="Rddc62d2b108d402b" /><Relationship Type="http://schemas.openxmlformats.org/officeDocument/2006/relationships/slide" Target="/ppt/slides/slide20.xml" Id="R39fe816af8234d41" /><Relationship Type="http://schemas.openxmlformats.org/officeDocument/2006/relationships/slide" Target="/ppt/slides/slide21.xml" Id="R8d8c13b23e6244a1" /><Relationship Type="http://schemas.openxmlformats.org/officeDocument/2006/relationships/slide" Target="/ppt/slides/slide22.xml" Id="R1a00ab3d030a48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48cc993494344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024eb5573c423d" /><Relationship Type="http://schemas.openxmlformats.org/officeDocument/2006/relationships/notesMaster" Target="/ppt/notesMasters/notesMaster1.xml" Id="Rde154ab4705941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efecd17dd145b3" /><Relationship Type="http://schemas.openxmlformats.org/officeDocument/2006/relationships/notesMaster" Target="/ppt/notesMasters/notesMaster1.xml" Id="R3f678b2a7e6c44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5c236cc0164684" /><Relationship Type="http://schemas.openxmlformats.org/officeDocument/2006/relationships/notesMaster" Target="/ppt/notesMasters/notesMaster1.xml" Id="R785b19fe5c4a4d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dfd0504d3a4640" /><Relationship Type="http://schemas.openxmlformats.org/officeDocument/2006/relationships/notesMaster" Target="/ppt/notesMasters/notesMaster1.xml" Id="R10ad5735d6ed46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19553e314e4007" /><Relationship Type="http://schemas.openxmlformats.org/officeDocument/2006/relationships/notesMaster" Target="/ppt/notesMasters/notesMaster1.xml" Id="R056cdf5c12aa42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a3c5a05f44476e" /><Relationship Type="http://schemas.openxmlformats.org/officeDocument/2006/relationships/notesMaster" Target="/ppt/notesMasters/notesMaster1.xml" Id="R76ad74647abe42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fcf6482b7f4322" /><Relationship Type="http://schemas.openxmlformats.org/officeDocument/2006/relationships/notesMaster" Target="/ppt/notesMasters/notesMaster1.xml" Id="R598e33cad57944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144c2e3566400f" /><Relationship Type="http://schemas.openxmlformats.org/officeDocument/2006/relationships/notesMaster" Target="/ppt/notesMasters/notesMaster1.xml" Id="Rf29dd2c0bc584f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bde210c0fd483c" /><Relationship Type="http://schemas.openxmlformats.org/officeDocument/2006/relationships/notesMaster" Target="/ppt/notesMasters/notesMaster1.xml" Id="R804c5c6bfb0041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a4d3d6ed654df0" /><Relationship Type="http://schemas.openxmlformats.org/officeDocument/2006/relationships/notesMaster" Target="/ppt/notesMasters/notesMaster1.xml" Id="R68741749fecd4f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78ed09b2da403e" /><Relationship Type="http://schemas.openxmlformats.org/officeDocument/2006/relationships/notesMaster" Target="/ppt/notesMasters/notesMaster1.xml" Id="Rcc82cc8d888d42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13dc176aa54d67" /><Relationship Type="http://schemas.openxmlformats.org/officeDocument/2006/relationships/notesMaster" Target="/ppt/notesMasters/notesMaster1.xml" Id="R8ebe031f916847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6be9a01eea4f0f" /><Relationship Type="http://schemas.openxmlformats.org/officeDocument/2006/relationships/notesMaster" Target="/ppt/notesMasters/notesMaster1.xml" Id="R9e0b84b94a6b47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84823f6d3c4efa" /><Relationship Type="http://schemas.openxmlformats.org/officeDocument/2006/relationships/notesMaster" Target="/ppt/notesMasters/notesMaster1.xml" Id="Radeaf8e6490a4e8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7a8dfbd7e484d51" /><Relationship Type="http://schemas.openxmlformats.org/officeDocument/2006/relationships/notesMaster" Target="/ppt/notesMasters/notesMaster1.xml" Id="Rcaa4a6cc2a9744c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0cc06ae1ef04310" /><Relationship Type="http://schemas.openxmlformats.org/officeDocument/2006/relationships/notesMaster" Target="/ppt/notesMasters/notesMaster1.xml" Id="R943fbc7ca52d4a0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8b0913b10d64280" /><Relationship Type="http://schemas.openxmlformats.org/officeDocument/2006/relationships/notesMaster" Target="/ppt/notesMasters/notesMaster1.xml" Id="R4b25429490934f4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c3a5503a60c4a0b" /><Relationship Type="http://schemas.openxmlformats.org/officeDocument/2006/relationships/notesMaster" Target="/ppt/notesMasters/notesMaster1.xml" Id="R3dcb5ff2a3da4a9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449879d6de94986" /><Relationship Type="http://schemas.openxmlformats.org/officeDocument/2006/relationships/notesMaster" Target="/ppt/notesMasters/notesMaster1.xml" Id="R85c5a2d1a5384ee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26827cb32b1492e" /><Relationship Type="http://schemas.openxmlformats.org/officeDocument/2006/relationships/notesMaster" Target="/ppt/notesMasters/notesMaster1.xml" Id="R38fcfb3e37254ef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412c1692c5e4e11" /><Relationship Type="http://schemas.openxmlformats.org/officeDocument/2006/relationships/notesMaster" Target="/ppt/notesMasters/notesMaster1.xml" Id="R99080de766e14da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560629337dd4db0" /><Relationship Type="http://schemas.openxmlformats.org/officeDocument/2006/relationships/notesMaster" Target="/ppt/notesMasters/notesMaster1.xml" Id="R3956c7b9997043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dfe3a68be54d1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9ca47c7a1724f8e" /><Relationship Type="http://schemas.openxmlformats.org/officeDocument/2006/relationships/slideLayout" Target="/ppt/slideLayouts/slideLayout2.xml" Id="Re5c644f69fef41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c644f69fef41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73ba1e3c8c453d" /><Relationship Type="http://schemas.openxmlformats.org/officeDocument/2006/relationships/image" Target="/ppt/media/image.png" Id="R8d1cc09750e94f9c" /><Relationship Type="http://schemas.openxmlformats.org/officeDocument/2006/relationships/notesSlide" Target="/ppt/notesSlides/notesSlide1.xml" Id="Raae51618325043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8f1437e65b46cb" /><Relationship Type="http://schemas.openxmlformats.org/officeDocument/2006/relationships/notesSlide" Target="/ppt/notesSlides/notesSlide2.xml" Id="Re4ecb4aa8f5744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ea567cece246cd" /><Relationship Type="http://schemas.openxmlformats.org/officeDocument/2006/relationships/image" Target="/ppt/media/image2.png" Id="R8f3567bd328747ce" /><Relationship Type="http://schemas.openxmlformats.org/officeDocument/2006/relationships/notesSlide" Target="/ppt/notesSlides/notesSlide3.xml" Id="Rc2e5474f0db843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12fdb49109417d" /><Relationship Type="http://schemas.openxmlformats.org/officeDocument/2006/relationships/notesSlide" Target="/ppt/notesSlides/notesSlide4.xml" Id="R48a2adc0a89f44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75579dc4cf47fd" /><Relationship Type="http://schemas.openxmlformats.org/officeDocument/2006/relationships/notesSlide" Target="/ppt/notesSlides/notesSlide5.xml" Id="R1d6ace5c43c04f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34bf1f3f964170" /><Relationship Type="http://schemas.openxmlformats.org/officeDocument/2006/relationships/notesSlide" Target="/ppt/notesSlides/notesSlide6.xml" Id="Rd827da1101274c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1a1995b97c4ed7" /><Relationship Type="http://schemas.openxmlformats.org/officeDocument/2006/relationships/notesSlide" Target="/ppt/notesSlides/notesSlide7.xml" Id="R66bd7f91852242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d2506c18244737" /><Relationship Type="http://schemas.openxmlformats.org/officeDocument/2006/relationships/notesSlide" Target="/ppt/notesSlides/notesSlide8.xml" Id="R08cf371eb7c848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34d845b37444db" /><Relationship Type="http://schemas.openxmlformats.org/officeDocument/2006/relationships/notesSlide" Target="/ppt/notesSlides/notesSlide9.xml" Id="Rd41bef84088a49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6b04ea887e4da3" /><Relationship Type="http://schemas.openxmlformats.org/officeDocument/2006/relationships/notesSlide" Target="/ppt/notesSlides/notesSlide10.xml" Id="Re54937865dc14b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5d2d4d4f394f22" /><Relationship Type="http://schemas.openxmlformats.org/officeDocument/2006/relationships/image" Target="/ppt/media/image3.png" Id="R3953917005274b8a" /><Relationship Type="http://schemas.openxmlformats.org/officeDocument/2006/relationships/notesSlide" Target="/ppt/notesSlides/notesSlide11.xml" Id="Rd10723c58e504e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2797dd7d9f4397" /><Relationship Type="http://schemas.openxmlformats.org/officeDocument/2006/relationships/image" Target="/ppt/media/image4.png" Id="R0ec35aaa0a764a60" /><Relationship Type="http://schemas.openxmlformats.org/officeDocument/2006/relationships/notesSlide" Target="/ppt/notesSlides/notesSlide12.xml" Id="Ra3b579324d414d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74cf9f0e4244d7" /><Relationship Type="http://schemas.openxmlformats.org/officeDocument/2006/relationships/notesSlide" Target="/ppt/notesSlides/notesSlide13.xml" Id="R4d3b13cbb0f74b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969f0174bc4e9b" /><Relationship Type="http://schemas.openxmlformats.org/officeDocument/2006/relationships/notesSlide" Target="/ppt/notesSlides/notesSlide14.xml" Id="Rd2cd14f3fec243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afc97174dc4413" /><Relationship Type="http://schemas.openxmlformats.org/officeDocument/2006/relationships/notesSlide" Target="/ppt/notesSlides/notesSlide15.xml" Id="R466a42853f3e4bb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70f20c04304056" /><Relationship Type="http://schemas.openxmlformats.org/officeDocument/2006/relationships/notesSlide" Target="/ppt/notesSlides/notesSlide16.xml" Id="R07ecc158291e413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5894314d3d4600" /><Relationship Type="http://schemas.openxmlformats.org/officeDocument/2006/relationships/notesSlide" Target="/ppt/notesSlides/notesSlide17.xml" Id="R3bfe16d8a596432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72f85c695a4203" /><Relationship Type="http://schemas.openxmlformats.org/officeDocument/2006/relationships/notesSlide" Target="/ppt/notesSlides/notesSlide18.xml" Id="R7794a9a93e844b8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2d10157a4e4f47" /><Relationship Type="http://schemas.openxmlformats.org/officeDocument/2006/relationships/notesSlide" Target="/ppt/notesSlides/notesSlide19.xml" Id="R37ad663505e2422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04d385b73648a4" /><Relationship Type="http://schemas.openxmlformats.org/officeDocument/2006/relationships/notesSlide" Target="/ppt/notesSlides/notesSlide20.xml" Id="R3841ae9b0b3040d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a3c5aec4d34267" /><Relationship Type="http://schemas.openxmlformats.org/officeDocument/2006/relationships/image" Target="/ppt/media/image.jpeg" Id="R20babf35d8594a09" /><Relationship Type="http://schemas.openxmlformats.org/officeDocument/2006/relationships/notesSlide" Target="/ppt/notesSlides/notesSlide21.xml" Id="Rac8a77a012d84ed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7774ddf96c4d23" /><Relationship Type="http://schemas.openxmlformats.org/officeDocument/2006/relationships/image" Target="/ppt/media/image5.png" Id="R8a7f870564004991" /><Relationship Type="http://schemas.openxmlformats.org/officeDocument/2006/relationships/notesSlide" Target="/ppt/notesSlides/notesSlide22.xml" Id="R1891b0a899f3453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FF156B-2A9D-442D-AB59-88ADE338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cc09750e94f9c"/>
          <a:srcRect xmlns:a="http://schemas.openxmlformats.org/drawingml/2006/main" l="26329" t="0" r="263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0"/>
            <a:ext cx="56959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22FC1-1463-46A4-BF2E-29B99290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0"/>
            <a:ext cx="5695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D537E-E9C4-44EA-B181-4C74C87F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-723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5D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62B70-86C9-4723-B4BE-869A9BD4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1435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7E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7FF18-E515-4831-831E-8673DF34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10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8F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DAFDD-AAEC-4AAB-9796-78351461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E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FA1AB-BD16-41A7-8D54-46572D23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E77F6-E8C8-4FA3-898D-284FC13E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53A6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53A63"/>
                </a:solidFill>
                <a:latin typeface="Yu Gothic UI"/>
                <a:ea typeface="Yu Gothic UI"/>
                <a:cs typeface="Yu Gothic UI"/>
              </a:rPr>
              <a:t>株式会社コネクト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C00AA-2417-4E50-B602-64FCD8B7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609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36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秋田の企業を、</a:t>
            </a:r>
          </a:p>
          <a:p xmlns:a="http://schemas.openxmlformats.org/drawingml/2006/main">
            <a:pPr algn="l">
              <a:defRPr sz="36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36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通信とITで支える仕事。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D912C-F40C-4C41-919D-59A2567A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6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23FBB-B75F-4C1D-91BA-CB5A5408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561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67B1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0067B1"/>
                </a:solidFill>
                <a:latin typeface="Yu Gothic UI"/>
                <a:ea typeface="Yu Gothic UI"/>
                <a:cs typeface="Yu Gothic UI"/>
              </a:rPr>
              <a:t>つながる人を増やし、秋田の明日を支える。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463D7-04D1-42FC-95DC-FA18FEDD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789"/>
                </a:solidFill>
                <a:latin typeface="Aptos"/>
                <a:ea typeface="Aptos"/>
                <a:cs typeface="Aptos"/>
              </a:rPr>
              <a:t>COMPANY / RECRUIT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4CB16-417B-4475-AA5D-104A1CE4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78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78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9290246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087C32-43A8-4F9E-8643-07D13C6A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B8A53-D7F9-4729-A6BD-66DBBFFD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-723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5D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29623-EA74-489F-AFDC-CD0B1356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1435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7E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21B5E-D827-4C23-8B2C-ABE39146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10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8F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A7F13-A422-4CF2-9127-18C1FDA3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E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E6A69-A27D-4BFE-806D-1DCC2DF9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FB332-9FBE-491C-958F-BF8DB759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400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C4F0C-BA35-445E-9956-D3192421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276350"/>
            <a:ext cx="266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FC277-91E5-4507-A317-1DADFCD0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C6C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C6CF"/>
                </a:solidFill>
                <a:latin typeface="Aptos"/>
                <a:ea typeface="Aptos"/>
                <a:cs typeface="Aptos"/>
              </a:rPr>
              <a:t>私たちの仕事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1F949-6BC8-4351-BF46-CB2EBF85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E4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4533F-DA36-4269-8959-BD7FE793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D8559-52F3-44B4-9F7D-964A7DEA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FA3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A3A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960A4-EA61-4BCD-BC15-99F607A0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666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電話がつながる。</a:t>
            </a:r>
          </a:p>
          <a:p xmlns:a="http://schemas.openxmlformats.org/drawingml/2006/main">
            <a:pPr algn="l">
              <a:defRPr sz="30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ネットが動く。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223FE-4C84-4BC5-B03D-C4F05CBB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609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5567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405567"/>
                </a:solidFill>
                <a:latin typeface="Yu Gothic UI"/>
                <a:ea typeface="Yu Gothic UI"/>
                <a:cs typeface="Yu Gothic UI"/>
              </a:rPr>
              <a:t>それだけで、仕事は進む。私たちは、企業の毎日を支える通信・ITのパートナーです。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AE80F-B54C-4C2B-84BB-46027A24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28800"/>
            <a:ext cx="1085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FF8F2-59CE-4D7A-84C7-A7CE34EA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5262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3A63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053A63"/>
                </a:solidFill>
                <a:latin typeface="Yu Gothic UI"/>
                <a:ea typeface="Yu Gothic UI"/>
                <a:cs typeface="Yu Gothic UI"/>
              </a:rPr>
              <a:t>電話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003DC-9784-4AA0-8329-60B16791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28800"/>
            <a:ext cx="1085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83E96F-1825-4128-B2E4-33EBF2A4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5262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3A63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053A63"/>
                </a:solidFill>
                <a:latin typeface="Yu Gothic UI"/>
                <a:ea typeface="Yu Gothic UI"/>
                <a:cs typeface="Yu Gothic UI"/>
              </a:rPr>
              <a:t>ネット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50A5EE-F581-4B1D-9CF0-17971BDA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09850"/>
            <a:ext cx="1085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98747A-4BC7-4A1B-81AB-3AC5C019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3367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3A63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053A63"/>
                </a:solidFill>
                <a:latin typeface="Yu Gothic UI"/>
                <a:ea typeface="Yu Gothic UI"/>
                <a:cs typeface="Yu Gothic UI"/>
              </a:rPr>
              <a:t>Wi-Fi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FD2035-3897-4E96-82A6-10B86201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09850"/>
            <a:ext cx="1085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E11F5A-8009-408C-B703-D41BFFD2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3367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3A63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053A63"/>
                </a:solidFill>
                <a:latin typeface="Yu Gothic UI"/>
                <a:ea typeface="Yu Gothic UI"/>
                <a:cs typeface="Yu Gothic UI"/>
              </a:rPr>
              <a:t>相談</a:t>
            </a:r>
          </a:p>
        </p:txBody>
      </p:sp>
    </p:spTree>
    <p:extLst>
      <p:ext uri="{BB962C8B-B14F-4D97-AF65-F5344CB8AC3E}">
        <p14:creationId xmlns:p14="http://schemas.microsoft.com/office/powerpoint/2010/main" val="15207448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D7B9DF-A9FD-437C-A1EA-27657B90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21180-46F7-4836-A914-5E40D477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-723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5D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3256E-4CBE-4F5A-B4B8-4C96FEC2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1435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7E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6A231-68B8-4242-B540-95C06ECF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10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8F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36915-FE09-437D-A07A-2562A553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E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65E0F-AB16-4894-B680-DA8EFD04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33AF0-1478-4DE7-B4C2-792369C1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400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EA354-3929-41DF-8D06-E1F1D325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276350"/>
            <a:ext cx="266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DF2EC-519F-4EE8-B8FA-07200C56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C6C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C6CF"/>
                </a:solidFill>
                <a:latin typeface="Aptos"/>
                <a:ea typeface="Aptos"/>
                <a:cs typeface="Aptos"/>
              </a:rPr>
              <a:t>会社の考え方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0829E-8F26-4888-89C9-2DC5C762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E4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7DF1E-E962-4B94-8140-7E65AF0A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99B40-9972-44EB-9915-3BC55C7F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FA3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A3A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E0213-AE88-4F52-943E-F6CCF0A6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561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地域企業が元気であることが、</a:t>
            </a:r>
          </a:p>
          <a:p xmlns:a="http://schemas.openxmlformats.org/drawingml/2006/main">
            <a:pPr algn="l">
              <a:def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秋田の未来をつくる。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AF34E-4150-4BC8-898F-EB6B0ED4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5219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rPr>
              <a:t>地域社会の発展は、地域企業の発展から。コネクトは、企業の通信環境を同じ目線で支えます。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7E68C-9CE2-483E-9512-40EEF510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257300"/>
            <a:ext cx="42291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567bd328747ce"/>
          <a:srcRect xmlns:a="http://schemas.openxmlformats.org/drawingml/2006/main" l="15625" t="0" r="156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4200" y="1485900"/>
            <a:ext cx="3771900" cy="25717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852391-0E2C-4D54-8027-0298BD39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0668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D4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43301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84E007-A5DB-4084-AED4-53272555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FBE2A-E281-4A8B-B3DA-8690B25B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-723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5D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C94E1-DD91-4D51-B4BA-33090B3E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1435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7E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6A721-8999-4675-80DB-D88B8436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10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8F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49164-E1D5-4B9F-BE91-A69C45E4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E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A7793-4BEA-4607-A066-043D3E2E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9795B-2C8E-4B49-B3D9-DCF03B4D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400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24C28-BD47-41CB-84F5-804FC0D7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276350"/>
            <a:ext cx="266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579A5-7E8F-4318-AB60-F2AC8C9B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C6C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C6CF"/>
                </a:solidFill>
                <a:latin typeface="Aptos"/>
                <a:ea typeface="Aptos"/>
                <a:cs typeface="Aptos"/>
              </a:rPr>
              <a:t>経営理念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11506-12BC-4FEE-A108-A25D2F17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E4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AC349B-EBFA-4F88-8B82-1EF84972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790C1-0047-4E07-A023-273AB9A7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FA3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A3A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BEC59-C7A1-44AF-991A-B8FC8F10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EC6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EC6CF"/>
                </a:solidFill>
                <a:latin typeface="Aptos"/>
                <a:ea typeface="Aptos"/>
                <a:cs typeface="Aptos"/>
              </a:rPr>
              <a:t>Management Philosophy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A5D02-7BED-48FD-8FE3-675C42A3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857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縁を尊び、誠実にかかわり合い、</a:t>
            </a:r>
          </a:p>
          <a:p xmlns:a="http://schemas.openxmlformats.org/drawingml/2006/main">
            <a:pPr algn="l">
              <a:defRPr sz="31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互いの幸せを願い合う。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D33F89-73C2-4E73-8C69-939DD9C1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6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2CBE6E-D2F3-4F64-8FFA-122E2FBD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E5263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3E5263"/>
                </a:solidFill>
                <a:latin typeface="Yu Gothic UI"/>
                <a:ea typeface="Yu Gothic UI"/>
                <a:cs typeface="Yu Gothic UI"/>
              </a:rPr>
              <a:t>お客様、地域、仲間。かかわるすべての人との縁を大切にしながら、通信とITを通じて安心を届けていきます。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5FF242-67BA-4554-8B31-E464B4D9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990600"/>
            <a:ext cx="457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D11B21-2A67-4EBC-A08E-1135D8BA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90600"/>
            <a:ext cx="2095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94591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12E804-99D0-4B1D-9683-E97720AC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45610-90C4-440E-8BC5-E571D914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-723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C6C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07A23-68B4-427A-B2C4-548D7B6A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1435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7B1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2CEA0-D4F7-4EAC-AB54-C59CF8DB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10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8F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6AFFD-5315-4572-8790-4BD0C0A2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E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E4E48-26E5-4DAD-84EA-74199560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B4C25-D8FB-4581-819F-DFAE2A1A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200150"/>
            <a:ext cx="33813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A87">
              <a:alpha val="1686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1C209-531E-4DED-A10A-9557A230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526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C6C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CD626-D2CB-44E6-BE2F-F90C7D93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400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8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B5421-D750-4CD6-8F5B-5304CDDA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276350"/>
            <a:ext cx="266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B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FBFC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EBB99-F3B5-441C-A968-A958EB84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F4F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F4F2"/>
                </a:solidFill>
                <a:latin typeface="Aptos"/>
                <a:ea typeface="Aptos"/>
                <a:cs typeface="Aptos"/>
              </a:rPr>
              <a:t>課題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1601C-FB9A-47B1-9008-E24AFD97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6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2E6C18-D0CA-473F-AEFC-82024D4E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E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CE1CC-FE1D-4D46-8E00-F4F9ED92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D9D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D9D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17F7F7-4398-4BA9-BC3C-C7B7D34E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666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通信が止まると、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仕事も止まる。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2A374-1C51-4368-9E0D-1C269BAE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666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EF2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電話、ネット、Wi-Fi、クラウド。見えない通信環境が、企業活動の土台です。</a:t>
            </a:r>
          </a:p>
        </p:txBody>
      </p:sp>
    </p:spTree>
    <p:extLst>
      <p:ext uri="{BB962C8B-B14F-4D97-AF65-F5344CB8AC3E}">
        <p14:creationId xmlns:p14="http://schemas.microsoft.com/office/powerpoint/2010/main" val="17870106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A814D4-EFC5-449C-A4E1-573E2635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A6903-B767-459B-9AFB-A13F5299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-723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5D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D97A8-0967-4DF9-A77C-8F46AF0C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1435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7E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CE1B1-47DE-41D5-8585-8B2F6F9F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10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8F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0307F-E88A-4B8E-B507-4E8FF5D5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E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B79D5-3742-46F1-8F85-707320E1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4600E-6148-4C07-80FE-8D313609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400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8E5AA-6792-4D78-92BB-B0392EE8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276350"/>
            <a:ext cx="266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67291-FC6A-4FEC-8FB6-4C9F25F9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C6C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C6CF"/>
                </a:solidFill>
                <a:latin typeface="Aptos"/>
                <a:ea typeface="Aptos"/>
                <a:cs typeface="Aptos"/>
              </a:rPr>
              <a:t>課題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B47AB-6973-4DAF-A092-A3B45569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E4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96BF9-46DB-48D9-86B5-854E4E3E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BE212-EA43-49C8-8197-169BAD61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FA3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A3A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7A987-3190-491D-A362-F9B2D5F4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通信・ITの困りごとを、</a:t>
            </a:r>
          </a:p>
          <a:p xmlns:a="http://schemas.openxmlformats.org/drawingml/2006/main">
            <a:pPr algn="l">
              <a:def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社内だけで抱えなくていい。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42DCF-EB5D-42DA-8176-0D379E2B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704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rPr>
              <a:t>専任担当者がいない企業にも、すぐ相談できる相手が必要です。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74434-808C-429A-B37C-3BE57527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8E6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07ECE-1B02-4E47-9447-B56E5B8D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746EA0-FB46-4E94-B566-5F49909D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何を選ぶ？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1B38AC-E819-4BA7-9B2B-D6262A27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5765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8E6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4931DA-3B88-4E2A-8586-41E52F49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8145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9DA19C-4A0B-4F7B-92DB-545B7661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21957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誰に聞く？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7D5BE2-4869-45B1-9DB2-7C7C39A3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8E6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E7116E-5EC4-4FE6-8977-0B0FE234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DE686A-723F-41FE-8B12-B20A2A42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0542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古い設備をどうする？</a:t>
            </a:r>
          </a:p>
        </p:txBody>
      </p:sp>
    </p:spTree>
    <p:extLst>
      <p:ext uri="{BB962C8B-B14F-4D97-AF65-F5344CB8AC3E}">
        <p14:creationId xmlns:p14="http://schemas.microsoft.com/office/powerpoint/2010/main" val="5777803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142B86-5208-41FB-BD6C-325315FB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9798E-05DE-4EE7-9221-A0DB7833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-723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5D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EC41C-DFD9-461B-A4E6-C5C6C204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1435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7E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9A93A-838E-4628-AF11-02BE4FFB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10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8F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6DCE3-9A40-4E77-AC24-28854BA8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E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DD4F4-7F81-4B8F-BD02-AE477539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0C9D4-D3B5-465E-AE3C-A64389FB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400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CF446-92C0-45DA-ABF8-ED0BA8D1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276350"/>
            <a:ext cx="266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16B2A-66F0-48DF-A855-F01C4E18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C6C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C6CF"/>
                </a:solidFill>
                <a:latin typeface="Aptos"/>
                <a:ea typeface="Aptos"/>
                <a:cs typeface="Aptos"/>
              </a:rPr>
              <a:t>コネクトの役割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E056A-41C6-4AB6-970B-76D8D1ED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E4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1C934-04CA-4D70-9D2B-EDAC5594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2E520-49ED-4D70-AA52-E666BD35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FA3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A3A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D9473-DC76-407B-871C-D9C9DD7A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売って終わりではなく、</a:t>
            </a:r>
          </a:p>
          <a:p xmlns:a="http://schemas.openxmlformats.org/drawingml/2006/main">
            <a:pPr algn="l">
              <a:def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使い続ける安心まで支える。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597194-22A2-4913-97BC-EF72532E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85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rPr>
              <a:t>聞く、整える、導入後も伴走する。地域企業のそばで、通信とITの安心を支え続けます。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69DC6-50DB-4A2A-A62B-A23B2E34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8F7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30A94-0357-45FC-9B74-708FF897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149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7B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67B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595116-9E3E-4428-9984-C6B7D534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815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C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619609-1666-4F3E-8BF4-AC66BAA5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3395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現状を聞く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793B3-EB11-4CA0-A787-9905ACED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95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EC6CF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3EC6CF"/>
                </a:solidFill>
                <a:latin typeface="Yu Gothic UI"/>
                <a:ea typeface="Yu Gothic UI"/>
                <a:cs typeface="Yu Gothic U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77A67F-CCC5-493D-A98F-21FB7DA5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053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D7D4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4AEFF1-B77B-450E-B893-5547509F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149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DA5E7D-E252-4413-911B-FD2937E2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7815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C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317146-4D4A-4802-96BF-00AFB6FB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93395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必要な環境を整える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FF8313-93CD-495B-9F3B-398DC7F4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95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EC6CF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3EC6CF"/>
                </a:solidFill>
                <a:latin typeface="Yu Gothic UI"/>
                <a:ea typeface="Yu Gothic UI"/>
                <a:cs typeface="Yu Gothic U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A702CD-D937-447F-8AC2-7B635BAD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053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8F7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6F2A6D-7D1E-4C3C-8882-FE0D41C6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149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7B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67B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5B76A4-6799-4AB4-B6A1-3AE60D06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815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C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9DC8C7-95D8-40F2-8D22-C4AC3651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3395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導入後も伴走する</a:t>
            </a:r>
          </a:p>
        </p:txBody>
      </p:sp>
    </p:spTree>
    <p:extLst>
      <p:ext uri="{BB962C8B-B14F-4D97-AF65-F5344CB8AC3E}">
        <p14:creationId xmlns:p14="http://schemas.microsoft.com/office/powerpoint/2010/main" val="15608566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377EBE-E0C3-47EA-870C-15A67113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086F4-8D08-44B2-AECF-23C631DE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-723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5D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63BFE-4DF6-4BF9-A7D8-88A75FCE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1435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7E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0CD24-89C7-4D55-B159-CD424BA8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10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8F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22E53-599B-44EF-AD64-5457BDF3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E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80DB1-3114-4BFC-98B7-5626B1FF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02530-7BD0-4040-99A3-90796E9B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400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06BDF-996D-4184-BD90-9749C0D7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276350"/>
            <a:ext cx="266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2E6B3-00FC-4F66-8D82-7561EC5A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C6C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C6CF"/>
                </a:solidFill>
                <a:latin typeface="Aptos"/>
                <a:ea typeface="Aptos"/>
                <a:cs typeface="Aptos"/>
              </a:rPr>
              <a:t>事業領域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3452C-371F-4B4B-AD82-8C082CAA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E4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E0287-13A2-4B88-91D8-2BB4409D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65DDD-1188-412C-AF33-031FC461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FA3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A3A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DA5AF-4894-4F0E-A0BC-69A53160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オフィスの通信・ITまわりを、</a:t>
            </a:r>
          </a:p>
          <a:p xmlns:a="http://schemas.openxmlformats.org/drawingml/2006/main">
            <a:pPr algn="l">
              <a:def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まるごと相談できる。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BCA54-1F1D-48B4-9FA1-4D0817AD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704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rPr>
              <a:t>企業の働く環境に必要な通信・ITまわりを、幅広くサポートしています。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E1B4C-3F2C-48DF-9F50-BB461ED1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3124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8E6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EE599-083C-4FD4-80CB-14F4A31E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3124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D49942-2C6D-4BF4-825E-74B22C81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ビジネスフォン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DB4981-59C1-4764-B544-FD02D368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57650"/>
            <a:ext cx="3124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8E6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D08652-4C7F-4352-98AF-AB2495E4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81450"/>
            <a:ext cx="3124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507C51-8D5C-4089-8CE0-9ABE4373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19575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ネットワーク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A96FB5-BB8D-4E04-8665-C70768D2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57650"/>
            <a:ext cx="3124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8E6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050BB7-DC92-4503-BFED-9B875940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81450"/>
            <a:ext cx="3124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D007D0-270F-4444-8A47-13A5F91D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19575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Wi-Fi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C81CB2-D2CB-486E-9631-36022262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3124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8E6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99CBE8-97C2-457C-AA4E-9799FF94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3124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00E926-F8E8-4234-8149-BBF8F991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0175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クラウドPBX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3D4241-56D6-46F9-8DDB-5C5FECCF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48250"/>
            <a:ext cx="3124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8E6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9EC07F-A6AF-4E8D-A4F9-AEA3CD77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72050"/>
            <a:ext cx="3124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134FAB-1C1D-484C-BACC-326AD3DA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10175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OA機器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E7428E-B544-48B1-A40D-D2F67ED5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48250"/>
            <a:ext cx="3124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8E6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F1EFC9-3D0E-48B2-A9B5-661AB0E9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72050"/>
            <a:ext cx="3124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2F42E0-D3CA-4B3F-9579-DFF2E631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210175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防犯カメラ</a:t>
            </a:r>
          </a:p>
        </p:txBody>
      </p:sp>
    </p:spTree>
    <p:extLst>
      <p:ext uri="{BB962C8B-B14F-4D97-AF65-F5344CB8AC3E}">
        <p14:creationId xmlns:p14="http://schemas.microsoft.com/office/powerpoint/2010/main" val="16847101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8EE397-816E-4556-8C58-F5F3EDA1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840C2-1B9E-41EB-905C-49B1BD7E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-723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5D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1AFC1-8D66-4D8C-A3C4-D98387FC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1435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7E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E8799-2833-4B71-890F-8DF074C3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10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8F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809CC-9002-4940-9140-75BDFA8E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E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31D23-02BD-4E0E-A7F5-F91807C5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733E6-1C91-425C-8FF4-0CC2D28B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400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B5925-22B5-45D4-B0C9-F4962C1D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276350"/>
            <a:ext cx="266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DEA6D-F3AA-492B-B0FC-88A59DC1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C6C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C6CF"/>
                </a:solidFill>
                <a:latin typeface="Aptos"/>
                <a:ea typeface="Aptos"/>
                <a:cs typeface="Aptos"/>
              </a:rPr>
              <a:t>実績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D8921-36F3-47D0-B599-FF74C0EE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E4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0B90CC-3F2C-418B-9377-69809E9E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F820A-A1E4-4C64-8A8F-4FCF7469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FA3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A3A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6C0E1-1E13-4C4E-AE00-15F92C02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5810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約2,000社に選ばれてきた、</a:t>
            </a:r>
          </a:p>
          <a:p xmlns:a="http://schemas.openxmlformats.org/drawingml/2006/main">
            <a:pPr algn="l">
              <a:def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地域での信頼。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BAAAD2-69A2-439F-AE37-1F9F1445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514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rPr>
              <a:t>秋田の企業に寄り添いながら、通信・IT環境を支えてきました。積み重ねた実績が、地域で選ばれ続けてきた証です。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D3480-1610-4BA7-8D05-EF04A694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2001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6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C7E6D-0133-490D-91DF-CB7DFC40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28800"/>
            <a:ext cx="2438400" cy="2438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2C901A-E24B-42C3-9CF3-67D931F3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2410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7B1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1">
                <a:solidFill>
                  <a:srgbClr val="0067B1"/>
                </a:solidFill>
                <a:latin typeface="Yu Gothic UI"/>
                <a:ea typeface="Yu Gothic UI"/>
                <a:cs typeface="Yu Gothic UI"/>
              </a:rPr>
              <a:t>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964176-D505-4D3A-AEC9-9D26B3AD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04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0" b="1">
                <a:solidFill>
                  <a:srgbClr val="053A63"/>
                </a:solidFill>
                <a:latin typeface="Aptos"/>
                <a:ea typeface="Aptos"/>
                <a:cs typeface="Aptos"/>
              </a:defRPr>
            </a:pPr>
            <a:r>
              <a:rPr sz="6450" b="1">
                <a:solidFill>
                  <a:srgbClr val="053A63"/>
                </a:solidFill>
                <a:latin typeface="Aptos"/>
                <a:ea typeface="Aptos"/>
                <a:cs typeface="Aptos"/>
              </a:rPr>
              <a:t>2,000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97BBA1-0229-4C51-A878-8AEB0E52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5755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3A63"/>
                </a:solidFill>
                <a:latin typeface="Yu Gothic UI"/>
                <a:ea typeface="Yu Gothic UI"/>
                <a:cs typeface="Yu Gothic UI"/>
              </a:defRPr>
            </a:pPr>
            <a:r>
              <a:rPr sz="2250" b="1">
                <a:solidFill>
                  <a:srgbClr val="053A63"/>
                </a:solidFill>
                <a:latin typeface="Yu Gothic UI"/>
                <a:ea typeface="Yu Gothic UI"/>
                <a:cs typeface="Yu Gothic UI"/>
              </a:rPr>
              <a:t>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D68D3B-1B2F-45AF-8358-2A9675AC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62400"/>
            <a:ext cx="304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57789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657789"/>
                </a:solidFill>
                <a:latin typeface="Yu Gothic UI"/>
                <a:ea typeface="Yu Gothic UI"/>
                <a:cs typeface="Yu Gothic UI"/>
              </a:rPr>
              <a:t>地域に積み重ねてきた信頼</a:t>
            </a:r>
          </a:p>
        </p:txBody>
      </p:sp>
    </p:spTree>
    <p:extLst>
      <p:ext uri="{BB962C8B-B14F-4D97-AF65-F5344CB8AC3E}">
        <p14:creationId xmlns:p14="http://schemas.microsoft.com/office/powerpoint/2010/main" val="765236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D6BB93-73D9-4C2E-92D5-7CF5F7F9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ABEAF-9B09-4B97-945B-20D65687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-723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5D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189EE-260D-492E-9F7A-5D291FE8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1435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7E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8AE42-072F-4833-9078-1B57CD3B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10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8F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80E5D-6766-4181-BA9F-8C99E4EE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E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2391F-3E16-419F-A3ED-D591E94A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DF706-55D6-4925-B5CA-063FA43C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400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0CD54-5B5D-487A-9A76-352CD961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276350"/>
            <a:ext cx="266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64479-22B4-4033-AE02-70A67B9C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C6C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C6CF"/>
                </a:solidFill>
                <a:latin typeface="Aptos"/>
                <a:ea typeface="Aptos"/>
                <a:cs typeface="Aptos"/>
              </a:rPr>
              <a:t>選ばれる理由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136A1-4E9C-4F24-8434-8C1E137C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E4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60B73-6E6E-42B7-8B3F-FBB33275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F93D1-A514-4985-AB29-1EB7AA66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FA3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A3A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FF63D-C1B0-4673-AEA8-EE0C3407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近いから、早い。</a:t>
            </a:r>
          </a:p>
          <a:p xmlns:a="http://schemas.openxmlformats.org/drawingml/2006/main">
            <a:pPr algn="l">
              <a:def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広いから、頼れる。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3C009B-117D-442C-A26E-5C76C46B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704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rPr>
              <a:t>顔の見える距離で相談でき、導入後も困った時にすぐ頼れる。それがコネクトの強みです。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AAF92-4A97-4996-945B-CE7F0D99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8E6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76FC2-9BF6-4044-A233-657E7769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73F2A-AA07-4DE9-A520-B68E5C43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地域密着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AE35DB-A6AF-4644-B68C-AC3DA731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5765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8E6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60B072-BA2D-4AA3-9FB3-97E3F1EB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8145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1E4F81-F213-481C-976A-93D88E54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21957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幅広い対応力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8F57F8-F2BA-443F-A18C-2AB13C10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8E6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CDB02F-3FAB-4435-B840-CDFA0E7E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D4B311-9860-40B8-A543-63AC9136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0542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導入後の伴走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36A6A8-5A2F-4941-B62F-E77BD9FE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14350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8E6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E7DBB9-4C22-4DC7-9FAB-6F7164B7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6730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20A1C0-3B6B-4D09-8754-8A991876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30542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地域支援につながる通信</a:t>
            </a:r>
          </a:p>
        </p:txBody>
      </p:sp>
    </p:spTree>
    <p:extLst>
      <p:ext uri="{BB962C8B-B14F-4D97-AF65-F5344CB8AC3E}">
        <p14:creationId xmlns:p14="http://schemas.microsoft.com/office/powerpoint/2010/main" val="160462860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A6C893-C1A5-4B54-BE59-6E01A408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EACB2-3249-4776-9000-2D038CE1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-723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5D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9A28B-1973-42AF-A7F9-A34B0EB4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1435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7E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EB289-0064-402E-AD8B-5D065C2F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10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8F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25B16-1B3C-482E-B569-F0EC9A45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E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FF9F6-D4C7-4A40-A4BB-990B6406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C4835-B3E0-44B8-B556-A67F5D6A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400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8637D-3C63-4EE3-A463-78E59894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276350"/>
            <a:ext cx="266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90EBE-6C09-40DF-9F2D-DDA9448D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C6C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C6CF"/>
                </a:solidFill>
                <a:latin typeface="Aptos"/>
                <a:ea typeface="Aptos"/>
                <a:cs typeface="Aptos"/>
              </a:rPr>
              <a:t>コネクト光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74C24-28AC-415B-98F2-1D5AE2E3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E4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C1F3C-E7D8-451C-9E30-B498056B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9817D-C467-4D46-B596-B445B0E3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FA3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A3A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8E344-1D91-4D0E-A261-BA2F63CF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561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いつもの通信費が、</a:t>
            </a:r>
          </a:p>
          <a:p xmlns:a="http://schemas.openxmlformats.org/drawingml/2006/main">
            <a:pPr algn="l">
              <a:def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地域を応援する力になる。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07232-B0DB-4A4F-9774-D62B113F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5219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rPr>
              <a:t>コネクト光は、毎月の通信費の一部を、お客様が選んだ地域活動への支援金として還元するサービスです。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D033F-18DB-425C-8ADB-F4A02EF1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257300"/>
            <a:ext cx="42291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3917005274b8a"/>
          <a:srcRect xmlns:a="http://schemas.openxmlformats.org/drawingml/2006/main" l="8718" t="0" r="87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4200" y="1485900"/>
            <a:ext cx="3771900" cy="25717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929ED9-72D4-4963-94D9-3372BE5D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0668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D4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2833940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B7E1D4-196C-43A1-A8E7-7EDD83AA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384E3-E811-4B65-B566-D12C6186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-723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5D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F6ABC-EA54-4755-A2DA-C1AEB212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1435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7E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6692F-B4A2-4C1E-94BC-C654DDCA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10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8F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BC771-71F1-4BEC-9C92-39B5269F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E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565AE-750C-4688-8715-EDE01721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A504C-16FD-43DD-9A20-44A6298F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400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62D60-923F-44C1-86FF-03F68864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276350"/>
            <a:ext cx="266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0D3C2-B1BC-4940-95C4-C5998176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C6C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C6CF"/>
                </a:solidFill>
                <a:latin typeface="Aptos"/>
                <a:ea typeface="Aptos"/>
                <a:cs typeface="Aptos"/>
              </a:rPr>
              <a:t>地域還元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FFAE0-A503-4D1F-A7D9-0E2AA4B3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E4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4B437-1413-447E-9A8B-4E6A290E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E1FD0B-7EC7-46F9-8614-51D6FD3A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FA3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A3A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3319F3-28F3-4C28-A6BB-E5B4609E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561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通信の先に、</a:t>
            </a:r>
          </a:p>
          <a:p xmlns:a="http://schemas.openxmlformats.org/drawingml/2006/main">
            <a:pPr algn="l">
              <a:def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地域の笑顔を。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8EC76-F61E-4B5A-8FA1-929EF42D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5219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rPr>
              <a:t>支えるのは、通信だけではありません。子どもたち、スポーツ、福祉活動など、地域の未来につながる活動も応援しています。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E7420A-E087-4CAC-9B05-4C8FD631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257300"/>
            <a:ext cx="42291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35aaa0a764a60"/>
          <a:srcRect xmlns:a="http://schemas.openxmlformats.org/drawingml/2006/main" l="10000" t="0" r="1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4200" y="1485900"/>
            <a:ext cx="3771900" cy="25717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9DDF78-A9B7-476B-ABEF-BA4D049F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0668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D4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3251473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448FAF-6B89-4615-80C8-32887119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E3D10-9928-4007-9748-61E93671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-723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C6C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C45BF-D5FA-4CD5-9E63-7C3BB57D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1435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7B1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19623-577E-4A25-A636-64DCCCDE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10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8F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01651-61EF-43AD-A4A8-E9554C90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E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51EB9-B2CA-45E0-91FD-F40F1565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65548-F98F-4AFB-B126-07884E86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200150"/>
            <a:ext cx="33813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A87">
              <a:alpha val="1686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BB73A-EB22-4BC9-90B9-5EEBE4B5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526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C6C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419E6-5C9D-44B3-B64F-884C9C62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400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8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2BC1A-DAB7-4F32-ADC3-77FAF825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276350"/>
            <a:ext cx="266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B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FBFC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50819-2572-44AE-9E50-71FEA40F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F4F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F4F2"/>
                </a:solidFill>
                <a:latin typeface="Aptos"/>
                <a:ea typeface="Aptos"/>
                <a:cs typeface="Aptos"/>
              </a:rPr>
              <a:t>採用導入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B1F17-69DB-41C6-BF71-2542F02A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6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68EEB-DB55-4089-9551-4B65E8C0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E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285B8-06BB-4012-BB8F-BB5D6FC3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D9D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D9D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8B396-C928-4E46-8104-8B540F95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666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誰かの「助かった」が、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秋田の安心につながっていく。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0971F8-6C90-423D-B004-7582FEEE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666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EF2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企業の困りごとに向き合い、仕事が止まらない安心を届ける。それがコネクトで働く意味です。</a:t>
            </a:r>
          </a:p>
        </p:txBody>
      </p:sp>
    </p:spTree>
    <p:extLst>
      <p:ext uri="{BB962C8B-B14F-4D97-AF65-F5344CB8AC3E}">
        <p14:creationId xmlns:p14="http://schemas.microsoft.com/office/powerpoint/2010/main" val="104822564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44D289-6AFF-4988-9B73-63E6B216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2059B-34F0-4651-9177-2092C6B2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-723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5D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0B4E6-5622-402F-801D-DA2FE622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1435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7E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5562D-88F0-43C9-880C-22A8F619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10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8F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F5260-AE61-45A4-B30E-486C9B4D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E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27D4D-A8E5-4BD4-9814-49B44626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1FF1E-6B94-4853-BCAA-4E340441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400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E0833-2C21-470B-B633-1F81C438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276350"/>
            <a:ext cx="266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DF42C-F965-4388-ACEE-7D124483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C6C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C6CF"/>
                </a:solidFill>
                <a:latin typeface="Aptos"/>
                <a:ea typeface="Aptos"/>
                <a:cs typeface="Aptos"/>
              </a:rPr>
              <a:t>働く環境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2AC3A-CDAD-4432-8FD9-94CFBA0D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E4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6EACED-ED82-4EFB-852A-2A9B10A8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87DE2-04FF-423A-8F05-E4D7A935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FA3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A3A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03AC32-8503-4461-AA56-2E6830A9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秋田で、専門性を身につけながら</a:t>
            </a:r>
          </a:p>
          <a:p xmlns:a="http://schemas.openxmlformats.org/drawingml/2006/main">
            <a:pPr algn="l">
              <a:def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長く働く。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E6DDE-D07C-4E80-A070-13C44E03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704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rPr>
              <a:t>落ち着いた環境で、これからも必要とされる通信・ITの知識を育てていけます。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8AE64-50E5-40D9-B44D-6C57E6A1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8E6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230B29-7F7A-4205-A595-423F050E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E11E58-3E60-4C77-A7B8-DEE56241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未経験歓迎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9F1F9A-0E01-48E2-9B00-6CBEB058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5765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8E6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908F2-D08F-47E4-9108-749A0F86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8145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D006D6-111C-47C5-84E4-61AE7866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21957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土日祝休み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3804B8-F391-4F18-9341-8F70472D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8E6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0800FE-A2FC-4EFA-90B4-1C6CB8FC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C5D9AE-5782-417F-B733-37E24077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0542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転勤なし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6EA36B-E7C6-4D51-8D1B-55E3917C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14350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8E6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DE26FA-6F53-4802-8133-458D8024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6730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7CF0AB-C95D-4255-85DF-C1ADB976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30542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給与は学歴別</a:t>
            </a:r>
          </a:p>
        </p:txBody>
      </p:sp>
    </p:spTree>
    <p:extLst>
      <p:ext uri="{BB962C8B-B14F-4D97-AF65-F5344CB8AC3E}">
        <p14:creationId xmlns:p14="http://schemas.microsoft.com/office/powerpoint/2010/main" val="44480541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288C1E-1B9A-4F6B-BC95-E6892E15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C293B-9742-445C-B43E-B6772D8A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-723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5D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92136-F8E6-4CDD-9CE4-7605F7C0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1435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7E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39E35-1F12-4C41-B4AB-BD17EBE7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10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8F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5B141-DE52-4DC9-829F-D48A281B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E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E7774-D1B6-4B01-A647-5CBF5EED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476F7-AA89-4601-B839-E739B7ED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400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F671E-A2E3-49EE-8854-F37CA190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276350"/>
            <a:ext cx="266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9B198-6531-4DD9-9627-4C5194B2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C6C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C6CF"/>
                </a:solidFill>
                <a:latin typeface="Aptos"/>
                <a:ea typeface="Aptos"/>
                <a:cs typeface="Aptos"/>
              </a:rPr>
              <a:t>成長支援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6F1B8-944E-4784-987C-0154016B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E4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38D7D-F54D-4274-879D-3EDC7F7E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A3201-B132-4ADF-9CCB-6832F877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FA3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A3A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A9B8AC-25C0-40DD-BF9D-872405E2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未経験から、</a:t>
            </a:r>
          </a:p>
          <a:p xmlns:a="http://schemas.openxmlformats.org/drawingml/2006/main">
            <a:pPr algn="l">
              <a:def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通信とITのプロへ。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A0EA6B-CB72-4584-BA52-115D04AD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85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rPr>
              <a:t>最初からすべてを知っている必要はありません。基礎から学び、現場を知り、少しずつ任される範囲を広げていきます。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925CBD-5331-4CF2-9C64-C90FE039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8F7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678E7B-F8DD-4DC1-BA0A-AA22A73B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149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7B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67B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337810-831B-432D-9B67-F5D16BEA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815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C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62AC9C-5D35-4498-8241-59690ACC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3395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基礎を学ぶ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D893B8-8BF0-4CAF-8E37-823ACBBB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95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EC6CF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3EC6CF"/>
                </a:solidFill>
                <a:latin typeface="Yu Gothic UI"/>
                <a:ea typeface="Yu Gothic UI"/>
                <a:cs typeface="Yu Gothic U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F053C9-2AE4-4D78-96F3-34F86408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053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D7D4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8FF01C-E96D-44A5-AD6E-31770F55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149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6CC674-615A-4E26-B9EA-61499B82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7815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C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113AD8-4512-4BE4-AB80-BF973CAB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93395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先輩と現場へ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BB50E6-8BAD-4AF4-B422-62554048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95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EC6CF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3EC6CF"/>
                </a:solidFill>
                <a:latin typeface="Yu Gothic UI"/>
                <a:ea typeface="Yu Gothic UI"/>
                <a:cs typeface="Yu Gothic U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57D00A-5820-458D-90D5-9BB0F9E0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053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8F7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EEBBCF-1813-406C-B966-D3A5463C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149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7B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67B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70A4BE-CD78-4BEE-83BE-60CE6870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815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C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1F6DF5-1F9B-4FEE-A21E-05515A31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3395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相談相手になる</a:t>
            </a:r>
          </a:p>
        </p:txBody>
      </p:sp>
    </p:spTree>
    <p:extLst>
      <p:ext uri="{BB962C8B-B14F-4D97-AF65-F5344CB8AC3E}">
        <p14:creationId xmlns:p14="http://schemas.microsoft.com/office/powerpoint/2010/main" val="71114985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08D1E7-CCFA-436A-B46D-EA68D2C4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7A300-8902-4F0F-9055-5286B616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-723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5D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19197-405C-4FFD-8CC8-86C18303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1435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7E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EBDEA-AE9F-4097-AB78-D7CD7CD9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10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8F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59CBA-EF9D-48CC-8921-C8C24371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E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7C7B3-CB28-4479-B2A4-E8530852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361AC-05FF-4CF9-97FB-C253415B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400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224F2-F81E-4422-BE51-3C3B4D76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276350"/>
            <a:ext cx="266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44577-DB7E-4B7B-950F-05EDC550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C6C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C6CF"/>
                </a:solidFill>
                <a:latin typeface="Aptos"/>
                <a:ea typeface="Aptos"/>
                <a:cs typeface="Aptos"/>
              </a:rPr>
              <a:t>法人営業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46FD6-B8F2-476B-A88E-76AE48BF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E4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42C53-AC5A-44F1-82C0-DB838889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CB00E-BE82-42E7-A0F5-F85FEDF3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FA3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A3A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D7B67-5632-4965-8089-7B35D598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67B1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0067B1"/>
                </a:solidFill>
                <a:latin typeface="Yu Gothic UI"/>
                <a:ea typeface="Yu Gothic UI"/>
                <a:cs typeface="Yu Gothic UI"/>
              </a:rPr>
              <a:t>法人営業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32DCB-48BB-4B81-A707-C6F602AB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685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地域企業の相談相手になる仕事。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DF0CD1-8F7A-4356-BDAA-9BBA9295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6477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rPr>
              <a:t>課題を聞き、最適な通信・IT環境を提案します。大切なのは、売ることよりも、信頼される存在になることです。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9CAE1-C56A-4721-B548-27809172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7D9E6B-ED9A-410A-8EE6-DD96E31C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621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中途採用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5A9C4E-B99A-4460-82FF-518C1E0E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289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AAE7DE-AB53-4E59-B152-DE34294A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未経験歓迎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42AB84-C6D2-41BD-AE35-02BD8F53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480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5A7870-C6B5-4DB8-99C4-D90C3A80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004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地域企業の伴走</a:t>
            </a:r>
          </a:p>
        </p:txBody>
      </p:sp>
    </p:spTree>
    <p:extLst>
      <p:ext uri="{BB962C8B-B14F-4D97-AF65-F5344CB8AC3E}">
        <p14:creationId xmlns:p14="http://schemas.microsoft.com/office/powerpoint/2010/main" val="106681832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45BD6C-02E8-4071-8EC3-44408C9F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2168F-94C9-4A97-BFBF-4613A912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-723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5D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CF5B6-DF1F-49F0-BCB0-7DE26C72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1435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7E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0E9E5-F5A3-4AC4-AF0B-CD9D1A26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10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8F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0F348-7BFA-438E-8523-F422AB85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E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5D5D0-F285-472C-9698-1789FA6F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46479-A54F-4145-99C6-C1CE6AA0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400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E0342-9A90-4AC9-B706-30827D8D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276350"/>
            <a:ext cx="266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40ED4-2ACD-4ED1-8114-C58B9CF8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C6C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C6CF"/>
                </a:solidFill>
                <a:latin typeface="Aptos"/>
                <a:ea typeface="Aptos"/>
                <a:cs typeface="Aptos"/>
              </a:rPr>
              <a:t>システムエンジニア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0D752-908F-4D95-A0E8-44925D7A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E4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59F20-DADE-43A5-9A7E-B8405B8F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A7D14-A0C4-461A-8EF1-5DE9C13A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FA3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A3A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66FBD-BE05-485E-9630-4155128E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67B1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0067B1"/>
                </a:solidFill>
                <a:latin typeface="Yu Gothic UI"/>
                <a:ea typeface="Yu Gothic UI"/>
                <a:cs typeface="Yu Gothic UI"/>
              </a:rPr>
              <a:t>システムエンジニア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A84213-C7F2-4CC9-9DC6-210FB027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685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見えない通信を、</a:t>
            </a:r>
          </a:p>
          <a:p xmlns:a="http://schemas.openxmlformats.org/drawingml/2006/main">
            <a:pPr algn="l">
              <a:defRPr sz="27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頼れる仕組みに変える。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9844AF-C6E8-4625-8C66-309E7482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6477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rPr>
              <a:t>ネットワークやクラウドPBXを通じて、企業の事業継続を支えます。安定した通信環境づくりを技術で担います。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6A118-7E3B-49F1-8A89-3EDC1004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AD590-9EE2-45CD-B7AA-314681D3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621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設計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7A0F8C-53CB-4E03-8C08-2B27C3B9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289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6D4710-D158-4EB3-B33A-52221A3B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ネットワーク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F4B244-22D4-48D9-820B-6001C489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480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E33A8A-1009-4FBD-A62A-D166D131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004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クラウドPBX</a:t>
            </a:r>
          </a:p>
        </p:txBody>
      </p:sp>
    </p:spTree>
    <p:extLst>
      <p:ext uri="{BB962C8B-B14F-4D97-AF65-F5344CB8AC3E}">
        <p14:creationId xmlns:p14="http://schemas.microsoft.com/office/powerpoint/2010/main" val="205266498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4EE941-C485-4FC7-B4A1-AC8F8A15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C7ECE-F59A-4FE5-938F-09FBE565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-723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5D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815BE-1C1B-43E9-B20E-707D50C9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1435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7E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82CEB-FB60-4EA1-BFB8-EC6270CA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10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8F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DC513-4D28-495D-A4D4-5C02DAA7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E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28396-71FE-47B7-8F08-2C288251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DA56F-CAFC-4F95-868A-986B69A1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400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437A1-F152-495E-B947-9DEBA99B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276350"/>
            <a:ext cx="266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6296E-6DA6-405A-B911-007DC380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C6C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C6CF"/>
                </a:solidFill>
                <a:latin typeface="Aptos"/>
                <a:ea typeface="Aptos"/>
                <a:cs typeface="Aptos"/>
              </a:rPr>
              <a:t>技術職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1CF54-2EE8-4E86-8856-4196CB6F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E4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AFCAE-8E38-4719-853E-030C70EE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1CA82-5CB4-47B5-B9C8-287538E2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FA3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A3AE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D75AE-9CDD-43CE-9C29-2543629A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67B1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0067B1"/>
                </a:solidFill>
                <a:latin typeface="Yu Gothic UI"/>
                <a:ea typeface="Yu Gothic UI"/>
                <a:cs typeface="Yu Gothic UI"/>
              </a:rPr>
              <a:t>技術職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EC196-F451-476A-9EF8-0F3B6246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685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秋田の現場を、</a:t>
            </a:r>
          </a:p>
          <a:p xmlns:a="http://schemas.openxmlformats.org/drawingml/2006/main">
            <a:pPr algn="l">
              <a:defRPr sz="27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技術で支える。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6D8C9-6DE7-4511-AC56-8AB3DE09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6477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rPr>
              <a:t>導入・設定・保守を通じて、お客様の「困った」に直接応えます。現場で役に立てる実感がある仕事です。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34B4CA-3B27-4809-8552-7F9992C1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59A75E-E36F-4C2A-9A13-52FEEDC0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621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現場対応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4E9D3B-C551-4E31-8327-3712FF78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289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64B1C4-A2C7-495E-BC79-90547171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機器設定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E79A06-0D24-4EAC-9DF6-05295F2B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480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BD9173-64B9-49F2-9095-ED07B79D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004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保守</a:t>
            </a:r>
          </a:p>
        </p:txBody>
      </p:sp>
    </p:spTree>
    <p:extLst>
      <p:ext uri="{BB962C8B-B14F-4D97-AF65-F5344CB8AC3E}">
        <p14:creationId xmlns:p14="http://schemas.microsoft.com/office/powerpoint/2010/main" val="155702891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2D6E37-69F7-4813-BCE9-3789A259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22373-4907-47F5-BAEA-008964F3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-723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5D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D4CFC-1A16-4164-A172-D0662183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1435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7E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2BA22-D937-4D79-BEAA-67FA533F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10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8F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69F28-ED50-46D8-AD65-CCE07701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E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34693-2557-4174-A39B-138F26B7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EC82A-45DE-476A-B28B-340E6B8B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400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E160C-0431-43C3-B0D4-DE4808E9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276350"/>
            <a:ext cx="266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CBC26-D651-4830-A292-F7FEE6BE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C6C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C6CF"/>
                </a:solidFill>
                <a:latin typeface="Aptos"/>
                <a:ea typeface="Aptos"/>
                <a:cs typeface="Aptos"/>
              </a:rPr>
              <a:t>求める人物像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ACDC2-A0FE-4B04-9267-AB34DA52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E4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45931-339E-4BB5-80ED-AACE4C35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1FEE4-79CE-40E7-BFB7-25D00A81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FA3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A3AE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E7B16-A4DB-433E-9301-3B1103DF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経験よりも、誠実に向き合う姿勢を</a:t>
            </a:r>
          </a:p>
          <a:p xmlns:a="http://schemas.openxmlformats.org/drawingml/2006/main">
            <a:pPr algn="l">
              <a:def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大切にしています。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AAD0C0-865E-4E6E-91B2-43970B95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704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rPr>
              <a:t>専門知識は入社後に身につけられます。大切なのは、人や地域に誠実にかかわる姿勢です。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884B3A-0203-4962-AB9D-83D2FA6A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8E6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2C1F82-10D7-42ED-B48C-4FC3DE30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1D576-671D-412C-8F91-FA760BA9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人の役に立ちたい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54D14-C342-4B09-8D32-639B4034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5765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8E6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EEF39A-05B4-4829-8975-CDA045AB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8145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A88069-F4E8-4671-9B2C-47A24529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21957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秋田に根ざしたい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AFA7AA-1885-4A38-BF92-C9B68B5E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8E6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CCA01D-657A-4DA5-90BC-C0E2B8C9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678A5D-F434-4E86-B46E-2460D654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0542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学び続けたい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B7AC5F-7E28-444B-BD15-57BB1295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14350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8E6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CAFE51-FEEA-4DE0-98B2-D66B1EB9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67300"/>
            <a:ext cx="426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9525">
            <a:solidFill>
              <a:srgbClr val="BDE7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8DF210-2AA2-408A-AB1C-FE6A50FC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30542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チームで働きたい</a:t>
            </a:r>
          </a:p>
        </p:txBody>
      </p:sp>
    </p:spTree>
    <p:extLst>
      <p:ext uri="{BB962C8B-B14F-4D97-AF65-F5344CB8AC3E}">
        <p14:creationId xmlns:p14="http://schemas.microsoft.com/office/powerpoint/2010/main" val="169765466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C51458-9E9E-4BCB-8E75-3F37ECA9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3AF58-F327-4303-9C71-6512EB53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-723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5D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8FEEF-DF0F-4F5D-8261-38F80EA7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1435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7E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C61AC-4331-4074-BAC5-8EF89407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10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8F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9DD43-64DA-4C3D-A432-0C4BC0B2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E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0A01B-90EC-411B-BB90-AB4DE617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8AF61-79B1-4038-8634-3B9BC26C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400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758EE-9944-449D-B6DB-07214BB7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276350"/>
            <a:ext cx="266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54C1B-3431-401B-9F90-05A28B2B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C6C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C6CF"/>
                </a:solidFill>
                <a:latin typeface="Aptos"/>
                <a:ea typeface="Aptos"/>
                <a:cs typeface="Aptos"/>
              </a:rPr>
              <a:t>応募前の入口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432C8-DE06-4C65-A5E0-7FFB8CD0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E4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63AEF-DFCD-493E-9942-29B53211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ABC814-85B2-4D53-A8B0-FAD1267D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FA3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A3AE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09896-CCEF-407D-BD52-634B2424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666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まずは、話を聞いてみるだけでも</a:t>
            </a:r>
          </a:p>
          <a:p xmlns:a="http://schemas.openxmlformats.org/drawingml/2006/main">
            <a:pPr algn="l">
              <a:defRPr sz="30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大丈夫です。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6004E-22CA-4AEE-8B3A-AD9D439D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609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5567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405567"/>
                </a:solidFill>
                <a:latin typeface="Yu Gothic UI"/>
                <a:ea typeface="Yu Gothic UI"/>
                <a:cs typeface="Yu Gothic UI"/>
              </a:rPr>
              <a:t>仕事内容や働き方を知ってからの応募も歓迎します。気になることがあれば、会社見学やカジュアルな相談から始めてください。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D1E885-0726-4A7A-A49D-B9962301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6F4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0DE19-AB21-497E-9EA8-004DBD9E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71800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8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042773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7D2FC9-19E1-4F91-B266-A7497428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67B46-C192-432E-B212-0B42C24D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-723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5D7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55EE6-132F-470B-9D6D-62764B36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1435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7E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12FD2-FE58-429C-84E4-EEC55119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10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8F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E4BA5-F29F-4111-A8E8-74D2CE21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E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B2BE5-9B01-4B2F-8415-F6806641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96F53-B298-4593-9C57-9A7A3F3E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400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74BD2-C68F-4C12-92ED-3C4942FD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276350"/>
            <a:ext cx="266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8E34B-A237-499F-95E6-F9E28C28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C6C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C6CF"/>
                </a:solidFill>
                <a:latin typeface="Aptos"/>
                <a:ea typeface="Aptos"/>
                <a:cs typeface="Aptos"/>
              </a:rPr>
              <a:t>会社概要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EB8AC-F48E-41AC-A8F9-B4FFF99D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E4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80285-87F6-4B64-887D-6B519FCF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34083-D8B0-440D-B8BE-75765D56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FA3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A3AE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AAA75-C914-4B43-8473-CD23EB63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561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defRPr>
            </a:pPr>
            <a:r>
              <a:rPr sz="2850" b="1">
                <a:solidFill>
                  <a:srgbClr val="123047"/>
                </a:solidFill>
                <a:latin typeface="Yu Gothic UI"/>
                <a:ea typeface="Yu Gothic UI"/>
                <a:cs typeface="Yu Gothic UI"/>
              </a:rPr>
              <a:t>株式会社コネクトについて。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78C7E-ABFC-4630-BB75-3FACC371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5219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405567"/>
                </a:solidFill>
                <a:latin typeface="Yu Gothic UI"/>
                <a:ea typeface="Yu Gothic UI"/>
                <a:cs typeface="Yu Gothic UI"/>
              </a:rPr>
              <a:t>秋田県秋田市旭南3丁目3-27。2012年7月設立。通信関連機器サービスの卸売・小売を中心に、地域企業の通信・IT環境を支えています。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FF3B85-A026-4D69-B8E7-CB946071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257300"/>
            <a:ext cx="42291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abf35d8594a09"/>
          <a:srcRect xmlns:a="http://schemas.openxmlformats.org/drawingml/2006/main" l="0" t="24863" r="0" b="248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4200" y="1485900"/>
            <a:ext cx="3771900" cy="25717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8BC68-CB52-4C17-B783-F3C0D8C7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0668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D4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3979163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f870564004991"/>
          <a:srcRect xmlns:a="http://schemas.openxmlformats.org/drawingml/2006/main" l="0" t="658" r="0" b="6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9CAEA-8AF6-42F7-9FED-EC5E2FBA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0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A9399-9073-44AA-A009-8029904A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66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C6CF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4D217-C539-47DE-8BC3-95921EFA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672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02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B6372-5A9E-4E73-9E6C-8094BC3F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400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8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3CE1C-D6BE-4454-A2D3-6F184C8E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276350"/>
            <a:ext cx="266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B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FBFC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3CCE4-6024-4001-815E-1BB915FD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F4F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F4F2"/>
                </a:solidFill>
                <a:latin typeface="Aptos"/>
                <a:ea typeface="Aptos"/>
                <a:cs typeface="Aptos"/>
              </a:rPr>
              <a:t>採用クロージング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592FE-565D-4B83-A17C-F3CFEA4E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6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3D2E6-31E7-427D-ABF3-1A0DDC76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E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EEF5D-45E1-4FDA-B5B6-9B98BEE1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D9D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D9D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C01EE-5FA1-4621-BCBE-2821C427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7905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秋田の仕事と暮らしを、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通信から支える仲間へ。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41026-000E-47CA-BEDD-F92F40CA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666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DF4F6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DDF4F6"/>
                </a:solidFill>
                <a:latin typeface="Yu Gothic UI"/>
                <a:ea typeface="Yu Gothic UI"/>
                <a:cs typeface="Yu Gothic UI"/>
              </a:rPr>
              <a:t>つながる人を増やし、秋田の明日を支える。その想いに共感する方をお待ちしています。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21E34B-6574-4DA9-B59B-90173457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5780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6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82744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2026-05-25T08:05:23.4590000Z</dcterms:created>
  <dcterms:modified xsi:type="dcterms:W3CDTF">2026-05-25T08:05:23.4600000Z</dcterms:modified>
</coreProperties>
</file>