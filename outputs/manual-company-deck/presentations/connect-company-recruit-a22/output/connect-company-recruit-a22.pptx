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bf8708f9684aa8" /><Relationship Type="http://schemas.openxmlformats.org/officeDocument/2006/relationships/extended-properties" Target="/docProps/app.xml" Id="R86fd43bc23da481b" /><Relationship Type="http://schemas.openxmlformats.org/officeDocument/2006/relationships/officeDocument" Target="/ppt/presentation.xml" Id="R29d0f12d89834a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576b89aef648a7"/>
  </p:sldMasterIdLst>
  <p:notesMasterIdLst>
    <p:notesMasterId xmlns:r="http://schemas.openxmlformats.org/officeDocument/2006/relationships" r:id="R48b5ca09324040d7"/>
  </p:notesMasterIdLst>
  <p:sldIdLst>
    <p:sldId xmlns:r="http://schemas.openxmlformats.org/officeDocument/2006/relationships" id="256" r:id="R31c178ec976f430f"/>
    <p:sldId xmlns:r="http://schemas.openxmlformats.org/officeDocument/2006/relationships" id="257" r:id="Ref1eb626d8f945a6"/>
    <p:sldId xmlns:r="http://schemas.openxmlformats.org/officeDocument/2006/relationships" id="258" r:id="R4647ba7d49e34ef6"/>
    <p:sldId xmlns:r="http://schemas.openxmlformats.org/officeDocument/2006/relationships" id="259" r:id="R7e3063e5efc94608"/>
    <p:sldId xmlns:r="http://schemas.openxmlformats.org/officeDocument/2006/relationships" id="260" r:id="Rbb1bfb29bb344687"/>
    <p:sldId xmlns:r="http://schemas.openxmlformats.org/officeDocument/2006/relationships" id="261" r:id="Rd12a785c23a6426e"/>
    <p:sldId xmlns:r="http://schemas.openxmlformats.org/officeDocument/2006/relationships" id="262" r:id="Rbbacaa8034414d08"/>
    <p:sldId xmlns:r="http://schemas.openxmlformats.org/officeDocument/2006/relationships" id="263" r:id="Rfbbc1c80311d455c"/>
    <p:sldId xmlns:r="http://schemas.openxmlformats.org/officeDocument/2006/relationships" id="264" r:id="Rca19d280a3614318"/>
    <p:sldId xmlns:r="http://schemas.openxmlformats.org/officeDocument/2006/relationships" id="265" r:id="R150cf7be381b400c"/>
    <p:sldId xmlns:r="http://schemas.openxmlformats.org/officeDocument/2006/relationships" id="266" r:id="R98d69b62f01e461f"/>
    <p:sldId xmlns:r="http://schemas.openxmlformats.org/officeDocument/2006/relationships" id="267" r:id="R862332cd3dbb4f95"/>
    <p:sldId xmlns:r="http://schemas.openxmlformats.org/officeDocument/2006/relationships" id="268" r:id="Rc39f53bd6e094542"/>
    <p:sldId xmlns:r="http://schemas.openxmlformats.org/officeDocument/2006/relationships" id="269" r:id="Rafee6841bec24aa5"/>
    <p:sldId xmlns:r="http://schemas.openxmlformats.org/officeDocument/2006/relationships" id="270" r:id="R926efe8d1b904a41"/>
    <p:sldId xmlns:r="http://schemas.openxmlformats.org/officeDocument/2006/relationships" id="271" r:id="R00b7aec65b0f4cb6"/>
    <p:sldId xmlns:r="http://schemas.openxmlformats.org/officeDocument/2006/relationships" id="272" r:id="R88831f8271974d42"/>
    <p:sldId xmlns:r="http://schemas.openxmlformats.org/officeDocument/2006/relationships" id="273" r:id="Rfbe33c61790c45ec"/>
    <p:sldId xmlns:r="http://schemas.openxmlformats.org/officeDocument/2006/relationships" id="274" r:id="Rbc3bd6bd3b5841df"/>
    <p:sldId xmlns:r="http://schemas.openxmlformats.org/officeDocument/2006/relationships" id="275" r:id="R6a5f2740fe8b4ea4"/>
    <p:sldId xmlns:r="http://schemas.openxmlformats.org/officeDocument/2006/relationships" id="276" r:id="R2e7185bcc7e74898"/>
    <p:sldId xmlns:r="http://schemas.openxmlformats.org/officeDocument/2006/relationships" id="277" r:id="R3e26b64c087140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76b89aef648a7" /><Relationship Type="http://schemas.openxmlformats.org/officeDocument/2006/relationships/theme" Target="/ppt/theme/theme1.xml" Id="R1c03c7eb9b3a4903" /><Relationship Type="http://schemas.openxmlformats.org/officeDocument/2006/relationships/notesMaster" Target="/ppt/notesMasters/notesMaster1.xml" Id="R48b5ca09324040d7" /><Relationship Type="http://schemas.openxmlformats.org/officeDocument/2006/relationships/presProps" Target="/ppt/presProps.xml" Id="R838b25618b034d19" /><Relationship Type="http://schemas.openxmlformats.org/officeDocument/2006/relationships/viewProps" Target="/ppt/viewProps.xml" Id="R90ffa6b156d74ae8" /><Relationship Type="http://schemas.openxmlformats.org/officeDocument/2006/relationships/tableStyles" Target="/ppt/tableStyles.xml" Id="R17c664d6751045eb" /><Relationship Type="http://schemas.openxmlformats.org/officeDocument/2006/relationships/slide" Target="/ppt/slides/slide1.xml" Id="R31c178ec976f430f" /><Relationship Type="http://schemas.openxmlformats.org/officeDocument/2006/relationships/slide" Target="/ppt/slides/slide2.xml" Id="Ref1eb626d8f945a6" /><Relationship Type="http://schemas.openxmlformats.org/officeDocument/2006/relationships/slide" Target="/ppt/slides/slide3.xml" Id="R4647ba7d49e34ef6" /><Relationship Type="http://schemas.openxmlformats.org/officeDocument/2006/relationships/slide" Target="/ppt/slides/slide4.xml" Id="R7e3063e5efc94608" /><Relationship Type="http://schemas.openxmlformats.org/officeDocument/2006/relationships/slide" Target="/ppt/slides/slide5.xml" Id="Rbb1bfb29bb344687" /><Relationship Type="http://schemas.openxmlformats.org/officeDocument/2006/relationships/slide" Target="/ppt/slides/slide6.xml" Id="Rd12a785c23a6426e" /><Relationship Type="http://schemas.openxmlformats.org/officeDocument/2006/relationships/slide" Target="/ppt/slides/slide7.xml" Id="Rbbacaa8034414d08" /><Relationship Type="http://schemas.openxmlformats.org/officeDocument/2006/relationships/slide" Target="/ppt/slides/slide8.xml" Id="Rfbbc1c80311d455c" /><Relationship Type="http://schemas.openxmlformats.org/officeDocument/2006/relationships/slide" Target="/ppt/slides/slide9.xml" Id="Rca19d280a3614318" /><Relationship Type="http://schemas.openxmlformats.org/officeDocument/2006/relationships/slide" Target="/ppt/slides/slide10.xml" Id="R150cf7be381b400c" /><Relationship Type="http://schemas.openxmlformats.org/officeDocument/2006/relationships/slide" Target="/ppt/slides/slide11.xml" Id="R98d69b62f01e461f" /><Relationship Type="http://schemas.openxmlformats.org/officeDocument/2006/relationships/slide" Target="/ppt/slides/slide12.xml" Id="R862332cd3dbb4f95" /><Relationship Type="http://schemas.openxmlformats.org/officeDocument/2006/relationships/slide" Target="/ppt/slides/slide13.xml" Id="Rc39f53bd6e094542" /><Relationship Type="http://schemas.openxmlformats.org/officeDocument/2006/relationships/slide" Target="/ppt/slides/slide14.xml" Id="Rafee6841bec24aa5" /><Relationship Type="http://schemas.openxmlformats.org/officeDocument/2006/relationships/slide" Target="/ppt/slides/slide15.xml" Id="R926efe8d1b904a41" /><Relationship Type="http://schemas.openxmlformats.org/officeDocument/2006/relationships/slide" Target="/ppt/slides/slide16.xml" Id="R00b7aec65b0f4cb6" /><Relationship Type="http://schemas.openxmlformats.org/officeDocument/2006/relationships/slide" Target="/ppt/slides/slide17.xml" Id="R88831f8271974d42" /><Relationship Type="http://schemas.openxmlformats.org/officeDocument/2006/relationships/slide" Target="/ppt/slides/slide18.xml" Id="Rfbe33c61790c45ec" /><Relationship Type="http://schemas.openxmlformats.org/officeDocument/2006/relationships/slide" Target="/ppt/slides/slide19.xml" Id="Rbc3bd6bd3b5841df" /><Relationship Type="http://schemas.openxmlformats.org/officeDocument/2006/relationships/slide" Target="/ppt/slides/slide20.xml" Id="R6a5f2740fe8b4ea4" /><Relationship Type="http://schemas.openxmlformats.org/officeDocument/2006/relationships/slide" Target="/ppt/slides/slide21.xml" Id="R2e7185bcc7e74898" /><Relationship Type="http://schemas.openxmlformats.org/officeDocument/2006/relationships/slide" Target="/ppt/slides/slide22.xml" Id="R3e26b64c087140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f600319ee0b4c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7f65fcddb141b3" /><Relationship Type="http://schemas.openxmlformats.org/officeDocument/2006/relationships/notesMaster" Target="/ppt/notesMasters/notesMaster1.xml" Id="Rcd16785b0e2c4e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bc7ba910704704" /><Relationship Type="http://schemas.openxmlformats.org/officeDocument/2006/relationships/notesMaster" Target="/ppt/notesMasters/notesMaster1.xml" Id="R3a554783bf6645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d5e0741e094388" /><Relationship Type="http://schemas.openxmlformats.org/officeDocument/2006/relationships/notesMaster" Target="/ppt/notesMasters/notesMaster1.xml" Id="R8552d0c0ca8d41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af120030e64925" /><Relationship Type="http://schemas.openxmlformats.org/officeDocument/2006/relationships/notesMaster" Target="/ppt/notesMasters/notesMaster1.xml" Id="R244468d6d78a46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113b9dfc0e4ab1" /><Relationship Type="http://schemas.openxmlformats.org/officeDocument/2006/relationships/notesMaster" Target="/ppt/notesMasters/notesMaster1.xml" Id="R9db4c09689594f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fc1ec641464b59" /><Relationship Type="http://schemas.openxmlformats.org/officeDocument/2006/relationships/notesMaster" Target="/ppt/notesMasters/notesMaster1.xml" Id="R55c35ac775cb47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5169286216453e" /><Relationship Type="http://schemas.openxmlformats.org/officeDocument/2006/relationships/notesMaster" Target="/ppt/notesMasters/notesMaster1.xml" Id="Rb1f8059cd30940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3b5cf828f84e7c" /><Relationship Type="http://schemas.openxmlformats.org/officeDocument/2006/relationships/notesMaster" Target="/ppt/notesMasters/notesMaster1.xml" Id="R0f8431268a7842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a3d7c7d8cd4473" /><Relationship Type="http://schemas.openxmlformats.org/officeDocument/2006/relationships/notesMaster" Target="/ppt/notesMasters/notesMaster1.xml" Id="R5794cbe062ae40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93477bba1e4a9d" /><Relationship Type="http://schemas.openxmlformats.org/officeDocument/2006/relationships/notesMaster" Target="/ppt/notesMasters/notesMaster1.xml" Id="R62a1f9a48be245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96a274539e42b8" /><Relationship Type="http://schemas.openxmlformats.org/officeDocument/2006/relationships/notesMaster" Target="/ppt/notesMasters/notesMaster1.xml" Id="Rf00141027ede4b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eb6ab6c9e94549" /><Relationship Type="http://schemas.openxmlformats.org/officeDocument/2006/relationships/notesMaster" Target="/ppt/notesMasters/notesMaster1.xml" Id="R2e9e1884888449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a6c844cee74d6d" /><Relationship Type="http://schemas.openxmlformats.org/officeDocument/2006/relationships/notesMaster" Target="/ppt/notesMasters/notesMaster1.xml" Id="Rf2e0ba4fc1724c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7899314bf14fc4" /><Relationship Type="http://schemas.openxmlformats.org/officeDocument/2006/relationships/notesMaster" Target="/ppt/notesMasters/notesMaster1.xml" Id="R37483e34862241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87b20354614ec3" /><Relationship Type="http://schemas.openxmlformats.org/officeDocument/2006/relationships/notesMaster" Target="/ppt/notesMasters/notesMaster1.xml" Id="Ra915d54f52e24a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c23a778ca4419a" /><Relationship Type="http://schemas.openxmlformats.org/officeDocument/2006/relationships/notesMaster" Target="/ppt/notesMasters/notesMaster1.xml" Id="R085b5bc01fdf404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3479fecc07b4699" /><Relationship Type="http://schemas.openxmlformats.org/officeDocument/2006/relationships/notesMaster" Target="/ppt/notesMasters/notesMaster1.xml" Id="R54fffdc591854b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d447f4fa6e4c24" /><Relationship Type="http://schemas.openxmlformats.org/officeDocument/2006/relationships/notesMaster" Target="/ppt/notesMasters/notesMaster1.xml" Id="R785b59ca134f4ed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cbb4a0918034fc4" /><Relationship Type="http://schemas.openxmlformats.org/officeDocument/2006/relationships/notesMaster" Target="/ppt/notesMasters/notesMaster1.xml" Id="R07fa338237b74a6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ee8bd327d61456d" /><Relationship Type="http://schemas.openxmlformats.org/officeDocument/2006/relationships/notesMaster" Target="/ppt/notesMasters/notesMaster1.xml" Id="R1a349f911bbe49c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c9acc1b756c47da" /><Relationship Type="http://schemas.openxmlformats.org/officeDocument/2006/relationships/notesMaster" Target="/ppt/notesMasters/notesMaster1.xml" Id="R2e84b9abe02d48c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abe1a369f854bc1" /><Relationship Type="http://schemas.openxmlformats.org/officeDocument/2006/relationships/notesMaster" Target="/ppt/notesMasters/notesMaster1.xml" Id="Rbae29f160dbd4d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4425c857d3447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c9e458b95794512" /><Relationship Type="http://schemas.openxmlformats.org/officeDocument/2006/relationships/slideLayout" Target="/ppt/slideLayouts/slideLayout2.xml" Id="R5c9459adbc2042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9459adbc2042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06f4da31e44720" /><Relationship Type="http://schemas.openxmlformats.org/officeDocument/2006/relationships/image" Target="/ppt/media/image.png" Id="Rea0372c84d9849cf" /><Relationship Type="http://schemas.openxmlformats.org/officeDocument/2006/relationships/notesSlide" Target="/ppt/notesSlides/notesSlide1.xml" Id="R0dd3a1b7529849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b0c8e98b6c4bd0" /><Relationship Type="http://schemas.openxmlformats.org/officeDocument/2006/relationships/notesSlide" Target="/ppt/notesSlides/notesSlide2.xml" Id="R8e1be53fe1b44c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d15fe376a04384" /><Relationship Type="http://schemas.openxmlformats.org/officeDocument/2006/relationships/image" Target="/ppt/media/image2.png" Id="R5b094792323847cd" /><Relationship Type="http://schemas.openxmlformats.org/officeDocument/2006/relationships/notesSlide" Target="/ppt/notesSlides/notesSlide3.xml" Id="R0e982069e95946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9f084a17a241d0" /><Relationship Type="http://schemas.openxmlformats.org/officeDocument/2006/relationships/notesSlide" Target="/ppt/notesSlides/notesSlide4.xml" Id="R42924488fc534e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02a877586b4810" /><Relationship Type="http://schemas.openxmlformats.org/officeDocument/2006/relationships/notesSlide" Target="/ppt/notesSlides/notesSlide5.xml" Id="R791539a1dd9e43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0c4ba7c64d451c" /><Relationship Type="http://schemas.openxmlformats.org/officeDocument/2006/relationships/notesSlide" Target="/ppt/notesSlides/notesSlide6.xml" Id="Rc802207b80b64a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b3392749404206" /><Relationship Type="http://schemas.openxmlformats.org/officeDocument/2006/relationships/notesSlide" Target="/ppt/notesSlides/notesSlide7.xml" Id="R0b11c333f5064c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b5a4dd30b046cf" /><Relationship Type="http://schemas.openxmlformats.org/officeDocument/2006/relationships/notesSlide" Target="/ppt/notesSlides/notesSlide8.xml" Id="R4878b5a23aa741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d37537e69540a3" /><Relationship Type="http://schemas.openxmlformats.org/officeDocument/2006/relationships/notesSlide" Target="/ppt/notesSlides/notesSlide9.xml" Id="R634714e5029145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62b6aa87b2485e" /><Relationship Type="http://schemas.openxmlformats.org/officeDocument/2006/relationships/notesSlide" Target="/ppt/notesSlides/notesSlide10.xml" Id="Rab654ce80c1f4d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1fd20de98a42ec" /><Relationship Type="http://schemas.openxmlformats.org/officeDocument/2006/relationships/image" Target="/ppt/media/image3.png" Id="Rb319287101554eb6" /><Relationship Type="http://schemas.openxmlformats.org/officeDocument/2006/relationships/notesSlide" Target="/ppt/notesSlides/notesSlide11.xml" Id="R7424a95efd9243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a2d22cfdef4819" /><Relationship Type="http://schemas.openxmlformats.org/officeDocument/2006/relationships/image" Target="/ppt/media/image4.png" Id="Rfd7a86d2c7634169" /><Relationship Type="http://schemas.openxmlformats.org/officeDocument/2006/relationships/notesSlide" Target="/ppt/notesSlides/notesSlide12.xml" Id="R53e68ea968d842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5b0ca6d1e94bf2" /><Relationship Type="http://schemas.openxmlformats.org/officeDocument/2006/relationships/notesSlide" Target="/ppt/notesSlides/notesSlide13.xml" Id="Refe551fd243d4c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055664c7204800" /><Relationship Type="http://schemas.openxmlformats.org/officeDocument/2006/relationships/notesSlide" Target="/ppt/notesSlides/notesSlide14.xml" Id="Redaeea12f98641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5cc405e5aa4d3c" /><Relationship Type="http://schemas.openxmlformats.org/officeDocument/2006/relationships/notesSlide" Target="/ppt/notesSlides/notesSlide15.xml" Id="Rdb5677d0b93b46b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853df5c69f4e2b" /><Relationship Type="http://schemas.openxmlformats.org/officeDocument/2006/relationships/notesSlide" Target="/ppt/notesSlides/notesSlide16.xml" Id="R98899caa02dc4ba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e2d2397c5a4809" /><Relationship Type="http://schemas.openxmlformats.org/officeDocument/2006/relationships/notesSlide" Target="/ppt/notesSlides/notesSlide17.xml" Id="R32cc3ef257084b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2308ec79834924" /><Relationship Type="http://schemas.openxmlformats.org/officeDocument/2006/relationships/notesSlide" Target="/ppt/notesSlides/notesSlide18.xml" Id="R2190519761dc47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2181afc69c42a8" /><Relationship Type="http://schemas.openxmlformats.org/officeDocument/2006/relationships/notesSlide" Target="/ppt/notesSlides/notesSlide19.xml" Id="R7eaa48d2fead4e4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087b917ac04de5" /><Relationship Type="http://schemas.openxmlformats.org/officeDocument/2006/relationships/notesSlide" Target="/ppt/notesSlides/notesSlide20.xml" Id="R866b9c1cd933466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f939aa7c6b426c" /><Relationship Type="http://schemas.openxmlformats.org/officeDocument/2006/relationships/image" Target="/ppt/media/image.jpeg" Id="Rebbff16fcd284b9e" /><Relationship Type="http://schemas.openxmlformats.org/officeDocument/2006/relationships/notesSlide" Target="/ppt/notesSlides/notesSlide21.xml" Id="R474c6767723a40f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6e618df82b432f" /><Relationship Type="http://schemas.openxmlformats.org/officeDocument/2006/relationships/image" Target="/ppt/media/image5.png" Id="R7747a7570929413f" /><Relationship Type="http://schemas.openxmlformats.org/officeDocument/2006/relationships/notesSlide" Target="/ppt/notesSlides/notesSlide22.xml" Id="R24923716c1fc42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372c84d9849cf"/>
          <a:srcRect xmlns:a="http://schemas.openxmlformats.org/drawingml/2006/main" l="0" t="658" r="0" b="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617CE-D2B9-4954-ADCF-BF183643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C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3F8DC-4A84-475D-89E7-F802E4A9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B8D5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502D0-135B-476D-BA31-4AE58359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EAF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BFEAF3"/>
                </a:solidFill>
                <a:latin typeface="Yu Gothic UI"/>
                <a:ea typeface="Yu Gothic UI"/>
                <a:cs typeface="Yu Gothic UI"/>
              </a:rPr>
              <a:t>株式会社コネクト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676CC-CB5E-4733-A1DE-9589D0E7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7524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4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秋田の企業を、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4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通信とITで支える仕事。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68DA1-BCDC-42DD-80B2-CE5B98B0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619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1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0">
                <a:solidFill>
                  <a:srgbClr val="D9EAF1"/>
                </a:solidFill>
                <a:latin typeface="Yu Gothic UI"/>
                <a:ea typeface="Yu Gothic UI"/>
                <a:cs typeface="Yu Gothic UI"/>
              </a:rPr>
              <a:t>つながる人を増やし、秋田の明日を支える。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7C48F-595E-4BD2-859D-7BBA3638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790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F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63B82-A104-4B8A-9D11-734EB2CA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会社紹介・採用資料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8B011-A05E-47BC-91E9-2A2A0956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811300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D87366-BCC7-444F-8F4B-AB1A913A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51D47-9A09-4757-A35F-F24A0B1B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C880B-3A5A-4ED2-A3DC-DC7B6F16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33528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42FBE-0D05-438E-B7F1-040BB48A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B1A14-9461-4B54-9ABB-C3E8DC65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0E274-1357-4E2F-B998-16FD1C9B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電話がつながる。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ネットが動く。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4D2E3-18ED-403B-BC65-A2363B84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6572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それだけで、仕事は進む。私たちは、企業の毎日を支える通信・ITのパートナーです。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6D7AF-773B-49D9-AB2E-9AE637F9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D888E-FC16-4350-B968-6538FA92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62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電話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831EE-5830-430D-8846-C2FB9A7B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B5E67-8B29-4700-91EE-75D46D0A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62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ネット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58332-ED42-4BB3-9210-81D8B538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194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4EDAF-3309-4A8C-A88B-6F467AB0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813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Wi-Fi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7D949-16BA-482B-8025-FA2D8828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194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2B714-CA13-436E-88A6-046D3AE9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813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相談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1CCAC-BD2F-442E-8739-BEEBFF44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私たちの仕事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390FE-8482-41BD-8F33-BA5E64B8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77862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366EB3-ED4E-468E-8393-F063D93F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94792323847cd"/>
          <a:srcRect xmlns:a="http://schemas.openxmlformats.org/drawingml/2006/main" l="31771" t="0" r="317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78FC6-2197-4E95-BD52-21DA80B2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12B96-0DAB-4F27-B0F6-CAA8EAE6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4D8B7-0F20-4A0A-BDDB-44C5E46C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80F24-FC2A-427A-9D13-D53E84DE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619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地域企業が元気であることが、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秋田の未来をつくる。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C21ED-92F2-4F89-89DD-77706E1C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5334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地域社会の発展は、地域企業の発展から。コネクトは、企業の通信環境を同じ目線で支えます。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D4A7E-0300-4176-9045-A192B6FD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会社の考え方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EFA6F-D4C1-404C-915C-4A5AA17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925978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814AD3-CFBF-42B2-9A36-0AA763B6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1AD14-15B9-4784-B138-424644FC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F1261-B0FD-4FE3-9319-131A3C74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DBE79-4FA6-4C0B-9243-18860B14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8AFC8"/>
                </a:solidFill>
                <a:latin typeface="Aptos"/>
                <a:ea typeface="Aptos"/>
                <a:cs typeface="Aptos"/>
              </a:rPr>
              <a:t>Management Philosophy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DB609-9441-4AF4-89C5-E59858E1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847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縁を尊び、誠実にかかわり合い、</a:t>
            </a:r>
          </a:p>
          <a:p xmlns:a="http://schemas.openxmlformats.org/drawingml/2006/main">
            <a:pPr algn="l">
              <a:defRPr sz="33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互いの幸せを願い合う。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EA0D1-62DE-463B-A43D-EB382A9C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F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B5AA4-4DD3-42E4-B476-A0E901A1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8096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rPr>
              <a:t>お客様、地域、仲間。かかわるすべての人との縁を大切にしながら、通信とITを通じて安心を届けていきます。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49227-37CF-4E8A-821B-727F25DC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66800"/>
            <a:ext cx="9144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3B33D-F000-4CB8-BBDF-87BF382C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066800"/>
            <a:ext cx="3238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F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DB77A-8FB9-46BC-8F08-32DE8722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経営理念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F0726-747D-4BBE-A6D1-AB766B85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057519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CB1C11-E0E6-4913-B825-5B3210B0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13853-3BFD-46B6-B3D7-4E77C2C1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401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00671-44FF-4452-98E6-5C55C36E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066800"/>
            <a:ext cx="19621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FC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424A8-B3A2-4E72-9A96-439E0963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1314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B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A81CD-584A-43AA-AB85-5E65DFD8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F9430-E7B1-48A1-A34A-B79A750C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DF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F7FF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CB419-FC8C-45AA-9DEC-F40BB5DB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524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通信が止まると、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仕事も止まる。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4C7A4-B8F7-4059-842C-D8B7BB66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6572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6EE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D8E6EE"/>
                </a:solidFill>
                <a:latin typeface="Yu Gothic UI"/>
                <a:ea typeface="Yu Gothic UI"/>
                <a:cs typeface="Yu Gothic UI"/>
              </a:rPr>
              <a:t>電話、ネット、Wi-Fi、クラウド。見えない通信環境が、企業活動の土台です。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0A592-9656-4D23-9350-06FD7B39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課題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8A439-A89E-46E7-A661-4449CDEE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81340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F780C9-94CE-42AC-97AD-3FC2128B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C860A-4BD4-44B9-A190-D38221C4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1A164-18E2-4C13-B2E9-D353AD76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726D9-6699-4E68-A67D-3E0A8170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通信・ITの困りごとを、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社内だけで抱えなくていい。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7BA71-5F54-47B9-B577-FBE68E47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628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rPr>
              <a:t>専任担当者がいない企業にも、すぐ相談できる相手が必要です。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2838C-E275-452B-B5D7-EE0AF117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3C3D4-CE5C-4DE9-B35F-4870E19A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何を選ぶ？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7B1EB-9985-47BD-890D-AEC1F1A6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052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320C0-5D28-488A-8791-FD63158E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148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誰に聞く？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525F2-F4B0-4615-A6E3-5E2BE535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4920B-BE3D-4D63-8C59-4BFA4809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古い設備をどうする？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AAC5F-756D-480A-BEC2-8C552EDF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課題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210D1-E341-47B5-87BF-B42080D0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483037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04D443-5CF5-45DD-BDD9-F5673C94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94233-F373-4BAB-B112-61BD2D78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0FA1F-09B9-4BA5-9231-DCE3D695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D9F05-7F9C-4111-A0C1-3512C6A9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売って終わりではなく、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使い続ける安心まで支える。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DAC58-8D3E-455E-8162-A4EFC329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6762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聞く、整える、導入後も伴走する。地域企業のそばで、通信とITの安心を支え続けます。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AFA38-B062-4942-B727-F78A75C1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0B052-E5F6-48BB-BB42-52BEAC12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AF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CA858-797C-4B44-B245-A4BC9865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現状を聞く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38456-068F-4088-AEF9-3B4F3219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530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9EA32-053F-4E8F-B387-694699B6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291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33D05-9760-4909-B4D3-0EEF32CE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815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AF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1196F-E854-4F50-AA09-33518ADD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1965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必要な環境を整える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F016C-7C6F-45D2-B8A1-5F475D24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530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3B1EE-401F-45E0-84CD-E81F8DDB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291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9688A-49CB-4B0E-9DF8-F856843C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815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AFC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CEC26-39FB-41ED-BE02-13609DDF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1965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導入後も伴走する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581BB-28DB-409F-B8D0-96D7514C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コネクトの役割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F5560-EFDC-4ACB-889E-97444CDC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3553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20B776-110C-415E-9224-EF2B14E8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D98AF-0923-4D88-9DE4-72051393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241FE-8CFD-4B11-8605-C2FA76EA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47D74-9CD6-4082-B83D-05A00263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オフィスの通信・ITまわりを、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まるごと相談できる。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94BF2-31F4-4343-8600-A49F92AF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628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rPr>
              <a:t>企業の働く環境に必要な通信・ITまわりを、幅広くサポートしています。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77428-9337-4A01-AC40-4558F351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96030-B74E-4B8D-B895-337EE119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ビジネスフォン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015AD-3DE2-4D7F-B0EE-9523CD4F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052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5B5CB-2E4B-4028-8338-E4C01846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1480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ネットワーク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D759C-BC99-428A-8657-AB22CC4F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62C2F-CAFA-4580-950F-AA36F34B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Wi-Fi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721B6-A6F5-40DB-8E5D-5D0F17DC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C6D2D-0ED4-4F06-8D0B-A92C4B53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クラウドPBX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7C8A7-F32D-41E3-BF8E-609B9ECB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768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6DA9F-C998-4105-8EE3-E682C28B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863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OA機器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8E91C-DB8A-46AD-936A-3C8B767C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768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DEC28-ED56-485D-AC5B-ABD4AB7C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863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防犯カメラ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D1B6DE-623D-465C-B3F1-18A483A0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事業領域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94777-509D-42CF-B3A0-DE51DEAD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506033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B62075-F1F7-4821-80AE-6A060C22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90278-B473-4D3A-9043-0A6F9D8B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C1C9A-294A-414E-9A75-4A871F85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1EB3F-5AB9-40A1-83DB-0BA63FCE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C8DB3-307F-45AA-AA88-C5BE1CED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5810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約2,000社に選ばれてきた、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地域での信頼。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874D9-E7ED-45EC-9706-17822687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5429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秋田の企業に寄り添いながら、通信・IT環境を支えてきました。積み重ねた実績が、地域で選ばれ続けてきた証です。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9FFDD-9C7F-4C41-A4BB-B88B782C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6215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9DCE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1">
                <a:solidFill>
                  <a:srgbClr val="A9DCE8"/>
                </a:solidFill>
                <a:latin typeface="Yu Gothic UI"/>
                <a:ea typeface="Yu Gothic UI"/>
                <a:cs typeface="Yu Gothic UI"/>
              </a:rPr>
              <a:t>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53CFC-3531-4F63-AD43-C40E5435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8AE96-3DCC-4687-9FAB-5866B227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289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314B8-6008-4E30-85C8-43C8E657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9EAF1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D9EAF1"/>
                </a:solidFill>
                <a:latin typeface="Yu Gothic UI"/>
                <a:ea typeface="Yu Gothic UI"/>
                <a:cs typeface="Yu Gothic UI"/>
              </a:rPr>
              <a:t>地域に積み重ねてきた信頼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6C165-2F08-434D-87EB-3BD391C5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実績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38A22-D5BC-42A1-8311-CC7BCBD7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910597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CD43C7-7A0A-4EEA-A983-00541EEC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F38FD-A1C8-4202-A190-D3AE26C1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A3FBC-E086-4D68-BD46-D1CD1D6B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AAC51-D847-4344-98C5-11E23CDF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近いから、早い。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広いから、頼れる。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379CB-DB0B-45D4-8E7B-0B37476D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628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rPr>
              <a:t>顔の見える距離で相談でき、導入後も困った時にすぐ頼れる。それがコネクトの強みです。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55E97-32AE-4AF9-9AAA-51DA4FEA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19D75-5CA4-4F79-A99C-19D8C1D7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地域密着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A3765-F8DB-459E-96C8-70527CAB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052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65B21-3895-4AD8-B00B-97DBDA1B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148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幅広い対応力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38F65-D4BC-41FD-B5E8-E137A290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44D05-273A-4D80-8B30-EB444C1B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導入後の伴走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5C770-2131-4F47-9019-5A48C612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101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DC4C6-534F-4F82-B2E6-72C95F96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197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地域支援につながる通信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5B6E8-8929-4A09-85CB-C571AFA5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選ばれる理由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A431C-1830-405B-88BC-9E6C97C5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687104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B8FED7-3228-4DE9-9E03-28158649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9287101554eb6"/>
          <a:srcRect xmlns:a="http://schemas.openxmlformats.org/drawingml/2006/main" l="36778" t="0" r="36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E55BC-B546-4E3F-9F15-D62421AF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B186B-56C9-4DF8-8C49-44958FF0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85A8C-4905-4EBE-8CBC-8713556D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46B07-A1E7-4027-BA30-79736BB2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619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いつもの通信費が、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地域を応援する力になる。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11587-C0BB-441B-8F45-CC39BCE8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5334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コネクト光は、毎月の通信費の一部を、お客様が選んだ地域活動への支援金として還元するサービスです。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EB65F-013B-4C46-B6D4-0526EB49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コネクト光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D3A69-93EB-4477-B274-1AA26F62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5354293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2547E2-4FFF-4048-814A-B6E9430F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a86d2c7634169"/>
          <a:srcRect xmlns:a="http://schemas.openxmlformats.org/drawingml/2006/main" l="28788" t="0" r="28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3E5D7-1DE9-407C-B095-1EA6E16D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5B20C-2FD9-45A6-B747-BC652335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D48DB-08ED-47F7-8F6E-4E0EEF1D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D725C-ED37-4B0E-8BCB-F4237CA5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619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通信の先に、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地域の笑顔を。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4B645-7066-45A6-89F4-72A9C5A2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5334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支えるのは、通信だけではありません。子どもたち、スポーツ、福祉活動など、地域の未来につながる活動も応援しています。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46AED-A0C7-4306-9629-8635BCA7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地域還元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9422F-325D-448D-AC6D-BA11271F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8889093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629691-1130-40AB-A14A-653C230F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4A5AC-9DDD-433A-805B-0E604C9E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401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9E21D-F759-4867-ACF0-AF0BF2B7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066800"/>
            <a:ext cx="19621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FC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ADA91-E398-4021-9ABA-4F77C1C3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1314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B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1732F-8C50-4837-8B6D-93063A2E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96283-67FA-4101-A482-F66B431B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DF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F7FF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5BC16-7C06-409C-8F46-F7D783CB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524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誰かの「助かった」が、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秋田の安心につながっていく。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3D293-6039-46E7-B119-5ADDFB62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6572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6EE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D8E6EE"/>
                </a:solidFill>
                <a:latin typeface="Yu Gothic UI"/>
                <a:ea typeface="Yu Gothic UI"/>
                <a:cs typeface="Yu Gothic UI"/>
              </a:rPr>
              <a:t>企業の困りごとに向き合い、仕事が止まらない安心を届ける。それがコネクトで働く意味です。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42AFB-839D-42F8-9B36-2F8F7880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採用導入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EB253-E192-4BC8-9C1A-52995D69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4789859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195C11-3C52-4A35-A20B-3067D7E5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40C6C-352F-41B1-8FD2-1EC2DF0B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157B1-999B-4BDD-BAB8-F52A02EE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3FC9E-84FA-41D5-8EB8-620F049A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秋田で、専門性を身につけながら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長く働く。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28923-1667-48AA-9804-DC97D734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628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rPr>
              <a:t>落ち着いた環境で、これからも必要とされる通信・ITの知識を育てていけます。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B0DF6-EB72-42E5-9A49-2878BB5F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1294D-323B-4D19-B857-E150F626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未経験歓迎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8DA5A-9DA5-4AFB-8085-713C7FB5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052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13366-4733-47C6-81E9-AE9835C6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148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土日祝休み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AF665-6EFD-494B-B855-C77F1B26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40E6D-1B84-45F8-AA27-4946A294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転勤なし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BC4AD-4DBC-486C-A76B-B755937E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101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1F3E9-37B6-4FA6-8109-8CB2548F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197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給与は学歴別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B0749-1727-4A9E-BB2E-E5D7531A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働く環境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13E57-8EA7-43B3-9273-6FE3A9DC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8942739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37B89A-AF0A-433E-B9B4-A02C42C2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1259C-2C32-4D0C-A2D8-9A182993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7C25A-91BB-4C5B-ACB9-12E9D247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6F781-9B7B-4CC2-9A77-BE1E7845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未経験から、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通信とITのプロへ。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4C2E5-C6D7-402A-AC8C-42C77CA9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6762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最初からすべてを知っている必要はありません。基礎から学び、現場を知り、少しずつ任される範囲を広げていきます。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5347D-4850-4865-BE12-F19F15CC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8ED4D-05B2-46BE-AC69-E232585B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AF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735DB-8748-4CF5-892B-632D46C5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基礎を学ぶ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56020-AA16-4FF1-A24D-0A432348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530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1ECDF-46FB-4F96-89BE-E68CBAAA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291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4C685-4EC3-485A-A807-F82B685E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815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AF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44B60-DD8D-46B4-8F07-F4A604D2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1965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先輩と現場へ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298EE-126E-4399-ACF0-E51AB101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530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84014-70CB-49B0-BDF2-F04EAE44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291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A38D5-9C84-4A3D-BE9C-BC46557C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815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AFC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85800-F336-4BE3-9A86-DF269250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1965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相談相手になる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A81C1-5969-4CF6-BD85-FB2F128C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成長支援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6B0FA-E4B9-439D-8B85-DC8CF3D8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5088020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3659D3-5549-4521-BC8F-BB5AC829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312C2-1CB9-48F1-9726-BBAB2CD0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4F6DA-A020-447A-AED7-F86888AA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2A83C-97EB-4C2B-A15B-79E72486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DF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F7FF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DABBA-57D3-430F-82C0-31EFF033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法人営業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07F49-6FAA-47A5-A74A-B51D46C1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04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地域企業の相談相手になる仕事。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90BF5-B308-4028-A909-42D21EF3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6762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課題を聞き、最適な通信・IT環境を提案します。大切なのは、売ることよりも、信頼される存在になることです。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8E4D0-AA5D-4B2A-8799-DF280677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621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402CF-FA75-4C34-A56E-FD472238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240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中途採用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78393-97DD-4D2F-8979-3C8DFC42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B0E17-88EC-44E6-BC3D-9BBB1A15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03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未経験歓迎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67EBA-7BD6-4266-9EF0-F28C4AD2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6F9E5-5567-4431-A29B-11447599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766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地域企業の伴走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117B2-F40E-4758-9792-C044B558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法人営業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8D48F-C14E-43A9-A6FF-1416CCFA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0272650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476DA1-1DD2-4DF5-8212-FC9EABCA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49F55-9EB4-4E94-B44A-D7FF547D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B812C-316B-4EAB-9343-D02199F5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583CF-35BB-4405-9D7E-32448B69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DF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F7FF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3E9DD-5F06-42D2-8FD6-EE27AC50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システムエンジニア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6B987-FFF3-436A-8954-712A2960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04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見えない通信を、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頼れる仕組みに変える。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BB986-68DB-487A-841B-E2AE6C7A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6762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ネットワークやクラウドPBXを通じて、企業の事業継続を支えます。安定した通信環境づくりを技術で担います。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DDAB1-A404-4DD6-9250-B42227C3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621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FBFC7-4CCC-494D-B311-DD95EF8A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240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設計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35C57-211A-4E7B-B306-99BF8E05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01D90-F41F-4D34-8450-52D5EC46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03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ネットワーク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0AE86-00B7-4893-A225-4247FB91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DB99B4-DB48-4D17-9C58-18191B87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766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クラウドPBX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8B645-D82B-47A1-9375-2A6D6A4B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システムエンジニア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499AE5-4E7D-4713-9E90-017D74BE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164100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983354-67FB-49B8-9410-59A8145F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46832-9CF6-4F65-9FAE-D584CC72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55CD2-28B5-4A04-A924-499FE9AF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FDF67-2143-4D22-8A54-54732E14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DF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F7FF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C65FA-AAB0-48CB-8487-0FCD9DC3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技術職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1290B-DF54-4522-BE60-73EF0E97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04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秋田の現場を、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技術で支える。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DC946-75CC-4FEC-9727-9CBD9AB5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6762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導入・設定・保守を通じて、お客様の「困った」に直接応えます。現場で役に立てる実感がある仕事です。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65F1A-4C9E-4637-8C17-EE716BBF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621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DDEA0-4706-4E5B-8E48-6C44B5F3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240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現場対応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ECD63-7C80-4B38-B2E0-1978E2CB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18B18-F612-4275-AFEC-27E8E78D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03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機器設定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9C791-F23D-4E10-A5B1-637ABB66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554F7-4D92-47E5-91EF-9F700144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766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保守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6C38C-4591-402E-9018-460073A1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技術職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71EF7-9115-4453-A895-AA1F6C27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1629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FB08E1-57C2-4275-B3BA-951A6E04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3E8C7-E7A6-40DD-A17B-C60FF540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79586-5639-42EC-88C1-61C25915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1FDA4-30FE-495D-AE81-847E0531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経験よりも、誠実に向き合う姿勢を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大切にしています。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B0118-A51F-495E-B280-4BFFB1E2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628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rPr>
              <a:t>専門知識は入社後に身につけられます。大切なのは、人や地域に誠実にかかわる姿勢です。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B9E40-97FD-48BD-BFED-CD2D71BD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5FF2F-53E7-47A3-9907-EC4A040A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人の役に立ちたい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EA6D4-1F13-4761-95D2-80D2DA55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052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CFECB-9D04-4395-8BDD-10D1A806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148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秋田に根ざしたい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12451-CB3A-4A44-8A63-FB34962B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1F523-4CC3-4A07-9CAE-07C42F37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学び続けたい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53BD7-5360-4E71-A178-FB21C9B3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101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32E4E-9F09-40FA-9B19-D6B9E1B6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197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チームで働きたい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CB4DD-3137-49E1-B3A0-3515CEC8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求める人物像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46E80-E623-4F4E-996B-F8F2B56A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9600572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DD9E34-5BB4-4405-A796-1330D8A4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84E91-13AC-4FD8-8E0B-ED695553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8B0E7-A02C-4E83-BADD-5B2FC9BA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33528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8466B-1AC4-45DB-B1B0-37470033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98E09-0A28-4CF6-8319-05A6E245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4C707-F027-4CE5-9FF0-1F0BADDA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まずは、話を聞いてみるだけでも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大丈夫です。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6ED30-D441-4574-AB42-1CE37440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6572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仕事内容や働き方を知ってからの応募も歓迎します。気になることがあれば、会社見学やカジュアルな相談から始めてください。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899FC-A9BC-4714-9738-2E554D2E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B97BA-06B1-4258-B0FD-09E9153B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D0A8F-5101-4542-B4E6-D6C4AEAF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813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943FE-FF93-445E-80E5-09470954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応募前の入口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8E64E-B4D8-4B42-995D-35CDCD24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921276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F606C2-4CB4-49A0-8E8D-A1D71F4E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ff16fcd284b9e"/>
          <a:srcRect xmlns:a="http://schemas.openxmlformats.org/drawingml/2006/main" l="0" t="2599" r="0" b="25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BFA3F-4C2A-449D-A1F8-CDD72F29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EE57A-1B62-4DCB-A9D2-C4812217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A44DC-F125-42D7-9398-C5260E93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C0984-5E82-4AF5-88C4-3960540C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619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株式会社コネクトについて。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29B1D-2D55-48A5-A43F-9FA82BB0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5334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秋田県秋田市旭南3丁目3-27。2012年7月設立。通信関連機器サービスの卸売・小売を中心に、地域企業の通信・IT環境を支えています。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76FB6-3E63-4DFD-99A3-ACC9C836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会社概要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BDEC4-BFB9-4D81-AFF5-B4A6732A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7876605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7a7570929413f"/>
          <a:srcRect xmlns:a="http://schemas.openxmlformats.org/drawingml/2006/main" l="0" t="658" r="0" b="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0DD77-08B4-4CA5-8319-4548CB7F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>
              <a:alpha val="8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83818-0200-461B-AB62-8C961987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C4829-0CCE-4CAC-B643-C93E72A7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DF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F7FF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038B0-438A-4DCB-8779-78A76C7F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8953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秋田の仕事と暮らしを、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通信から支える仲間へ。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F58AE-2055-428F-990E-839AFE9E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1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D9EAF1"/>
                </a:solidFill>
                <a:latin typeface="Yu Gothic UI"/>
                <a:ea typeface="Yu Gothic UI"/>
                <a:cs typeface="Yu Gothic UI"/>
              </a:rPr>
              <a:t>つながる人を増やし、秋田の明日を支える。その想いに共感する方をお待ちしています。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7A318-8C99-4707-AC79-2BF122C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F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83CEB-E8D9-4F5E-8EB2-ED493745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採用クロージング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CB11B-3CBC-4082-A3CC-0277B1CD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761334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2026-05-25T05:36:05.8620000Z</dcterms:created>
  <dcterms:modified xsi:type="dcterms:W3CDTF">2026-05-25T05:36:05.8620000Z</dcterms:modified>
</coreProperties>
</file>